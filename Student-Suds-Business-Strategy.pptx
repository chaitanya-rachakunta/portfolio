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6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7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69" r:id="rId4"/>
  </p:sldMasterIdLst>
  <p:notesMasterIdLst>
    <p:notesMasterId r:id="rId23"/>
  </p:notesMasterIdLst>
  <p:handoutMasterIdLst>
    <p:handoutMasterId r:id="rId24"/>
  </p:handoutMasterIdLst>
  <p:sldIdLst>
    <p:sldId id="333" r:id="rId5"/>
    <p:sldId id="371" r:id="rId6"/>
    <p:sldId id="372" r:id="rId7"/>
    <p:sldId id="373" r:id="rId8"/>
    <p:sldId id="385" r:id="rId9"/>
    <p:sldId id="384" r:id="rId10"/>
    <p:sldId id="374" r:id="rId11"/>
    <p:sldId id="375" r:id="rId12"/>
    <p:sldId id="376" r:id="rId13"/>
    <p:sldId id="391" r:id="rId14"/>
    <p:sldId id="378" r:id="rId15"/>
    <p:sldId id="379" r:id="rId16"/>
    <p:sldId id="381" r:id="rId17"/>
    <p:sldId id="396" r:id="rId18"/>
    <p:sldId id="387" r:id="rId19"/>
    <p:sldId id="388" r:id="rId20"/>
    <p:sldId id="389" r:id="rId21"/>
    <p:sldId id="390" r:id="rId22"/>
  </p:sldIdLst>
  <p:sldSz cx="12192000" cy="6858000"/>
  <p:notesSz cx="6858000" cy="9144000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BAD2"/>
    <a:srgbClr val="E1DFDD"/>
    <a:srgbClr val="B5E4EE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58"/>
    <p:restoredTop sz="94694"/>
  </p:normalViewPr>
  <p:slideViewPr>
    <p:cSldViewPr snapToGrid="0">
      <p:cViewPr varScale="1">
        <p:scale>
          <a:sx n="117" d="100"/>
          <a:sy n="117" d="100"/>
        </p:scale>
        <p:origin x="19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16D078-236D-40DB-9542-FC33150BCB1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19A2261-9B4D-4356-9426-D87B7B922E1A}">
      <dgm:prSet custT="1"/>
      <dgm:spPr>
        <a:ln>
          <a:noFill/>
        </a:ln>
      </dgm:spPr>
      <dgm:t>
        <a:bodyPr/>
        <a:lstStyle/>
        <a:p>
          <a:pPr algn="ctr"/>
          <a:r>
            <a:rPr lang="en-US" sz="2000" dirty="0"/>
            <a:t>Provides laundry pickup and delivery service for college students on and around campus</a:t>
          </a:r>
        </a:p>
      </dgm:t>
    </dgm:pt>
    <dgm:pt modelId="{F6D0BC65-6847-440B-9C44-464C26A9CF2C}" type="parTrans" cxnId="{E8F95678-2B24-492F-9EFE-AD7FF29520B5}">
      <dgm:prSet/>
      <dgm:spPr/>
      <dgm:t>
        <a:bodyPr/>
        <a:lstStyle/>
        <a:p>
          <a:pPr algn="ctr"/>
          <a:endParaRPr lang="en-US"/>
        </a:p>
      </dgm:t>
    </dgm:pt>
    <dgm:pt modelId="{E2EB6316-3422-42C1-B537-7385D3E1968A}" type="sibTrans" cxnId="{E8F95678-2B24-492F-9EFE-AD7FF29520B5}">
      <dgm:prSet/>
      <dgm:spPr/>
      <dgm:t>
        <a:bodyPr/>
        <a:lstStyle/>
        <a:p>
          <a:pPr algn="ctr"/>
          <a:endParaRPr lang="en-US"/>
        </a:p>
      </dgm:t>
    </dgm:pt>
    <dgm:pt modelId="{CAF75AE1-E183-4E39-8E79-7C86390FA593}">
      <dgm:prSet custT="1"/>
      <dgm:spPr/>
      <dgm:t>
        <a:bodyPr/>
        <a:lstStyle/>
        <a:p>
          <a:pPr algn="ctr"/>
          <a:r>
            <a:rPr lang="en-US" sz="2000" dirty="0"/>
            <a:t>Designed to help students who lack time or motivation to do laundry regularly</a:t>
          </a:r>
        </a:p>
      </dgm:t>
    </dgm:pt>
    <dgm:pt modelId="{ABA4CA39-2827-4804-AC4F-EA6902474E5A}" type="parTrans" cxnId="{248C6D7B-BC5D-476F-8FA7-C3985C8BBBA8}">
      <dgm:prSet/>
      <dgm:spPr/>
      <dgm:t>
        <a:bodyPr/>
        <a:lstStyle/>
        <a:p>
          <a:pPr algn="ctr"/>
          <a:endParaRPr lang="en-US"/>
        </a:p>
      </dgm:t>
    </dgm:pt>
    <dgm:pt modelId="{1C6E53EB-4024-49C3-BF3F-88CA66F5C1A1}" type="sibTrans" cxnId="{248C6D7B-BC5D-476F-8FA7-C3985C8BBBA8}">
      <dgm:prSet/>
      <dgm:spPr/>
      <dgm:t>
        <a:bodyPr/>
        <a:lstStyle/>
        <a:p>
          <a:pPr algn="ctr"/>
          <a:endParaRPr lang="en-US"/>
        </a:p>
      </dgm:t>
    </dgm:pt>
    <dgm:pt modelId="{DB9548C9-258F-490A-9D8C-0B16EA83635D}">
      <dgm:prSet custT="1"/>
      <dgm:spPr/>
      <dgm:t>
        <a:bodyPr/>
        <a:lstStyle/>
        <a:p>
          <a:pPr algn="ctr"/>
          <a:r>
            <a:rPr lang="en-US" sz="2000" dirty="0"/>
            <a:t>Students can schedule pickups through an app or website</a:t>
          </a:r>
        </a:p>
      </dgm:t>
    </dgm:pt>
    <dgm:pt modelId="{1BBE0E56-450F-4CEE-8AD8-05BE127A4C69}" type="parTrans" cxnId="{F4702B9F-FA1A-4882-9451-A57D741077C6}">
      <dgm:prSet/>
      <dgm:spPr/>
      <dgm:t>
        <a:bodyPr/>
        <a:lstStyle/>
        <a:p>
          <a:pPr algn="ctr"/>
          <a:endParaRPr lang="en-US"/>
        </a:p>
      </dgm:t>
    </dgm:pt>
    <dgm:pt modelId="{EFB55581-E5F1-4B9B-95BC-D63CE701168E}" type="sibTrans" cxnId="{F4702B9F-FA1A-4882-9451-A57D741077C6}">
      <dgm:prSet/>
      <dgm:spPr/>
      <dgm:t>
        <a:bodyPr/>
        <a:lstStyle/>
        <a:p>
          <a:pPr algn="ctr"/>
          <a:endParaRPr lang="en-US"/>
        </a:p>
      </dgm:t>
    </dgm:pt>
    <dgm:pt modelId="{DAADDC4A-6CDA-4766-B328-FC5FCCDD679A}">
      <dgm:prSet custT="1"/>
      <dgm:spPr/>
      <dgm:t>
        <a:bodyPr/>
        <a:lstStyle/>
        <a:p>
          <a:pPr algn="ctr"/>
          <a:r>
            <a:rPr lang="en-US" sz="2000" dirty="0"/>
            <a:t>Clothes are picked up, cleaned, and returned within 24 hours</a:t>
          </a:r>
        </a:p>
      </dgm:t>
    </dgm:pt>
    <dgm:pt modelId="{D48F0403-0B84-4266-B2EC-8B141D87BC09}" type="parTrans" cxnId="{E1C1F471-A296-46B3-BFB4-D1001BFC7EBB}">
      <dgm:prSet/>
      <dgm:spPr/>
      <dgm:t>
        <a:bodyPr/>
        <a:lstStyle/>
        <a:p>
          <a:pPr algn="ctr"/>
          <a:endParaRPr lang="en-US"/>
        </a:p>
      </dgm:t>
    </dgm:pt>
    <dgm:pt modelId="{816D2D30-983D-444D-ADE0-F9B02A1E1002}" type="sibTrans" cxnId="{E1C1F471-A296-46B3-BFB4-D1001BFC7EBB}">
      <dgm:prSet/>
      <dgm:spPr/>
      <dgm:t>
        <a:bodyPr/>
        <a:lstStyle/>
        <a:p>
          <a:pPr algn="ctr"/>
          <a:endParaRPr lang="en-US"/>
        </a:p>
      </dgm:t>
    </dgm:pt>
    <dgm:pt modelId="{E3E51744-9C10-43C1-8057-9FCB6A921122}">
      <dgm:prSet custT="1"/>
      <dgm:spPr/>
      <dgm:t>
        <a:bodyPr/>
        <a:lstStyle/>
        <a:p>
          <a:pPr algn="ctr" rtl="0"/>
          <a:r>
            <a:rPr lang="en-US" sz="2000" dirty="0"/>
            <a:t>Offers additional services </a:t>
          </a:r>
          <a:r>
            <a:rPr lang="en-US" sz="2000" dirty="0">
              <a:latin typeface="Corbel" panose="020B0503020204020204"/>
            </a:rPr>
            <a:t>such as iterations</a:t>
          </a:r>
          <a:r>
            <a:rPr lang="en-US" sz="2000" dirty="0"/>
            <a:t> and ironing</a:t>
          </a:r>
        </a:p>
      </dgm:t>
    </dgm:pt>
    <dgm:pt modelId="{17F7FAF0-93FE-4907-8456-F6BD80934F37}" type="parTrans" cxnId="{9E59E43B-ED63-4B4E-A7DA-1B82F6B9872D}">
      <dgm:prSet/>
      <dgm:spPr/>
      <dgm:t>
        <a:bodyPr/>
        <a:lstStyle/>
        <a:p>
          <a:pPr algn="ctr"/>
          <a:endParaRPr lang="en-US"/>
        </a:p>
      </dgm:t>
    </dgm:pt>
    <dgm:pt modelId="{5A89F462-3CBF-4B59-8839-EECE6EB60D14}" type="sibTrans" cxnId="{9E59E43B-ED63-4B4E-A7DA-1B82F6B9872D}">
      <dgm:prSet/>
      <dgm:spPr/>
      <dgm:t>
        <a:bodyPr/>
        <a:lstStyle/>
        <a:p>
          <a:pPr algn="ctr"/>
          <a:endParaRPr lang="en-US"/>
        </a:p>
      </dgm:t>
    </dgm:pt>
    <dgm:pt modelId="{0F7A033E-2892-4D11-B367-1A32D71CE324}">
      <dgm:prSet custT="1"/>
      <dgm:spPr/>
      <dgm:t>
        <a:bodyPr/>
        <a:lstStyle/>
        <a:p>
          <a:pPr algn="ctr"/>
          <a:r>
            <a:rPr lang="en-US" sz="2000" dirty="0"/>
            <a:t>Saves students time and reduces stress while ensuring clean clothes</a:t>
          </a:r>
        </a:p>
      </dgm:t>
    </dgm:pt>
    <dgm:pt modelId="{1BC82BD4-8388-4498-B422-B7AA854D0717}" type="parTrans" cxnId="{9CBA8209-E021-460B-B7DD-EBAD76D4442B}">
      <dgm:prSet/>
      <dgm:spPr/>
      <dgm:t>
        <a:bodyPr/>
        <a:lstStyle/>
        <a:p>
          <a:pPr algn="ctr"/>
          <a:endParaRPr lang="en-US"/>
        </a:p>
      </dgm:t>
    </dgm:pt>
    <dgm:pt modelId="{8B8B9750-3EF0-4144-B74A-ED78CB261C49}" type="sibTrans" cxnId="{9CBA8209-E021-460B-B7DD-EBAD76D4442B}">
      <dgm:prSet/>
      <dgm:spPr/>
      <dgm:t>
        <a:bodyPr/>
        <a:lstStyle/>
        <a:p>
          <a:pPr algn="ctr"/>
          <a:endParaRPr lang="en-US"/>
        </a:p>
      </dgm:t>
    </dgm:pt>
    <dgm:pt modelId="{9B08B2C7-CBC1-4DAC-9141-564A02FCBB5B}" type="pres">
      <dgm:prSet presAssocID="{C616D078-236D-40DB-9542-FC33150BCB18}" presName="diagram" presStyleCnt="0">
        <dgm:presLayoutVars>
          <dgm:dir/>
          <dgm:resizeHandles val="exact"/>
        </dgm:presLayoutVars>
      </dgm:prSet>
      <dgm:spPr/>
    </dgm:pt>
    <dgm:pt modelId="{C24E5EBC-0B1E-4C47-80AA-136B037C1B37}" type="pres">
      <dgm:prSet presAssocID="{119A2261-9B4D-4356-9426-D87B7B922E1A}" presName="node" presStyleLbl="node1" presStyleIdx="0" presStyleCnt="6">
        <dgm:presLayoutVars>
          <dgm:bulletEnabled val="1"/>
        </dgm:presLayoutVars>
      </dgm:prSet>
      <dgm:spPr/>
    </dgm:pt>
    <dgm:pt modelId="{49B84456-0A05-4221-B9B8-7BC38B9873CF}" type="pres">
      <dgm:prSet presAssocID="{E2EB6316-3422-42C1-B537-7385D3E1968A}" presName="sibTrans" presStyleCnt="0"/>
      <dgm:spPr/>
    </dgm:pt>
    <dgm:pt modelId="{67D8700B-54D5-4C31-B4E2-66FCE21E6135}" type="pres">
      <dgm:prSet presAssocID="{CAF75AE1-E183-4E39-8E79-7C86390FA593}" presName="node" presStyleLbl="node1" presStyleIdx="1" presStyleCnt="6">
        <dgm:presLayoutVars>
          <dgm:bulletEnabled val="1"/>
        </dgm:presLayoutVars>
      </dgm:prSet>
      <dgm:spPr/>
    </dgm:pt>
    <dgm:pt modelId="{BF5F007A-8326-4D7D-8596-F1CADA415C43}" type="pres">
      <dgm:prSet presAssocID="{1C6E53EB-4024-49C3-BF3F-88CA66F5C1A1}" presName="sibTrans" presStyleCnt="0"/>
      <dgm:spPr/>
    </dgm:pt>
    <dgm:pt modelId="{582BF2C9-1D8B-4880-9C3E-6798F5FE923E}" type="pres">
      <dgm:prSet presAssocID="{DB9548C9-258F-490A-9D8C-0B16EA83635D}" presName="node" presStyleLbl="node1" presStyleIdx="2" presStyleCnt="6">
        <dgm:presLayoutVars>
          <dgm:bulletEnabled val="1"/>
        </dgm:presLayoutVars>
      </dgm:prSet>
      <dgm:spPr/>
    </dgm:pt>
    <dgm:pt modelId="{9982160D-AD19-4065-A84A-DAAE0A505861}" type="pres">
      <dgm:prSet presAssocID="{EFB55581-E5F1-4B9B-95BC-D63CE701168E}" presName="sibTrans" presStyleCnt="0"/>
      <dgm:spPr/>
    </dgm:pt>
    <dgm:pt modelId="{9DD7C445-4151-4495-B813-E4CF129D1E27}" type="pres">
      <dgm:prSet presAssocID="{DAADDC4A-6CDA-4766-B328-FC5FCCDD679A}" presName="node" presStyleLbl="node1" presStyleIdx="3" presStyleCnt="6">
        <dgm:presLayoutVars>
          <dgm:bulletEnabled val="1"/>
        </dgm:presLayoutVars>
      </dgm:prSet>
      <dgm:spPr/>
    </dgm:pt>
    <dgm:pt modelId="{AAD6FD1F-8667-4669-B328-0C532D70B50A}" type="pres">
      <dgm:prSet presAssocID="{816D2D30-983D-444D-ADE0-F9B02A1E1002}" presName="sibTrans" presStyleCnt="0"/>
      <dgm:spPr/>
    </dgm:pt>
    <dgm:pt modelId="{64D12DB1-0280-41E9-A8A6-8B6CA472A99F}" type="pres">
      <dgm:prSet presAssocID="{E3E51744-9C10-43C1-8057-9FCB6A921122}" presName="node" presStyleLbl="node1" presStyleIdx="4" presStyleCnt="6">
        <dgm:presLayoutVars>
          <dgm:bulletEnabled val="1"/>
        </dgm:presLayoutVars>
      </dgm:prSet>
      <dgm:spPr/>
    </dgm:pt>
    <dgm:pt modelId="{B83A85B0-1C2A-42E1-B9C3-5EC849FA3173}" type="pres">
      <dgm:prSet presAssocID="{5A89F462-3CBF-4B59-8839-EECE6EB60D14}" presName="sibTrans" presStyleCnt="0"/>
      <dgm:spPr/>
    </dgm:pt>
    <dgm:pt modelId="{12DC2C0B-6236-488E-9BC3-4AB9F950B028}" type="pres">
      <dgm:prSet presAssocID="{0F7A033E-2892-4D11-B367-1A32D71CE324}" presName="node" presStyleLbl="node1" presStyleIdx="5" presStyleCnt="6">
        <dgm:presLayoutVars>
          <dgm:bulletEnabled val="1"/>
        </dgm:presLayoutVars>
      </dgm:prSet>
      <dgm:spPr/>
    </dgm:pt>
  </dgm:ptLst>
  <dgm:cxnLst>
    <dgm:cxn modelId="{A0C03C03-F185-4463-A644-5CF3F6DB577C}" type="presOf" srcId="{C616D078-236D-40DB-9542-FC33150BCB18}" destId="{9B08B2C7-CBC1-4DAC-9141-564A02FCBB5B}" srcOrd="0" destOrd="0" presId="urn:microsoft.com/office/officeart/2005/8/layout/default"/>
    <dgm:cxn modelId="{A8FF1005-C8E8-4C6D-BBC4-A8D86D93D9D8}" type="presOf" srcId="{DAADDC4A-6CDA-4766-B328-FC5FCCDD679A}" destId="{9DD7C445-4151-4495-B813-E4CF129D1E27}" srcOrd="0" destOrd="0" presId="urn:microsoft.com/office/officeart/2005/8/layout/default"/>
    <dgm:cxn modelId="{9CBA8209-E021-460B-B7DD-EBAD76D4442B}" srcId="{C616D078-236D-40DB-9542-FC33150BCB18}" destId="{0F7A033E-2892-4D11-B367-1A32D71CE324}" srcOrd="5" destOrd="0" parTransId="{1BC82BD4-8388-4498-B422-B7AA854D0717}" sibTransId="{8B8B9750-3EF0-4144-B74A-ED78CB261C49}"/>
    <dgm:cxn modelId="{FF86F035-3FDF-438C-9D14-FB2E14B532A5}" type="presOf" srcId="{DB9548C9-258F-490A-9D8C-0B16EA83635D}" destId="{582BF2C9-1D8B-4880-9C3E-6798F5FE923E}" srcOrd="0" destOrd="0" presId="urn:microsoft.com/office/officeart/2005/8/layout/default"/>
    <dgm:cxn modelId="{9E59E43B-ED63-4B4E-A7DA-1B82F6B9872D}" srcId="{C616D078-236D-40DB-9542-FC33150BCB18}" destId="{E3E51744-9C10-43C1-8057-9FCB6A921122}" srcOrd="4" destOrd="0" parTransId="{17F7FAF0-93FE-4907-8456-F6BD80934F37}" sibTransId="{5A89F462-3CBF-4B59-8839-EECE6EB60D14}"/>
    <dgm:cxn modelId="{59848466-3860-4132-AC30-EF90F2A1BB21}" type="presOf" srcId="{E3E51744-9C10-43C1-8057-9FCB6A921122}" destId="{64D12DB1-0280-41E9-A8A6-8B6CA472A99F}" srcOrd="0" destOrd="0" presId="urn:microsoft.com/office/officeart/2005/8/layout/default"/>
    <dgm:cxn modelId="{E1C1F471-A296-46B3-BFB4-D1001BFC7EBB}" srcId="{C616D078-236D-40DB-9542-FC33150BCB18}" destId="{DAADDC4A-6CDA-4766-B328-FC5FCCDD679A}" srcOrd="3" destOrd="0" parTransId="{D48F0403-0B84-4266-B2EC-8B141D87BC09}" sibTransId="{816D2D30-983D-444D-ADE0-F9B02A1E1002}"/>
    <dgm:cxn modelId="{E8F95678-2B24-492F-9EFE-AD7FF29520B5}" srcId="{C616D078-236D-40DB-9542-FC33150BCB18}" destId="{119A2261-9B4D-4356-9426-D87B7B922E1A}" srcOrd="0" destOrd="0" parTransId="{F6D0BC65-6847-440B-9C44-464C26A9CF2C}" sibTransId="{E2EB6316-3422-42C1-B537-7385D3E1968A}"/>
    <dgm:cxn modelId="{248C6D7B-BC5D-476F-8FA7-C3985C8BBBA8}" srcId="{C616D078-236D-40DB-9542-FC33150BCB18}" destId="{CAF75AE1-E183-4E39-8E79-7C86390FA593}" srcOrd="1" destOrd="0" parTransId="{ABA4CA39-2827-4804-AC4F-EA6902474E5A}" sibTransId="{1C6E53EB-4024-49C3-BF3F-88CA66F5C1A1}"/>
    <dgm:cxn modelId="{F4702B9F-FA1A-4882-9451-A57D741077C6}" srcId="{C616D078-236D-40DB-9542-FC33150BCB18}" destId="{DB9548C9-258F-490A-9D8C-0B16EA83635D}" srcOrd="2" destOrd="0" parTransId="{1BBE0E56-450F-4CEE-8AD8-05BE127A4C69}" sibTransId="{EFB55581-E5F1-4B9B-95BC-D63CE701168E}"/>
    <dgm:cxn modelId="{FB2CEFB5-1F49-49EF-B9C3-9E1B66E978C3}" type="presOf" srcId="{119A2261-9B4D-4356-9426-D87B7B922E1A}" destId="{C24E5EBC-0B1E-4C47-80AA-136B037C1B37}" srcOrd="0" destOrd="0" presId="urn:microsoft.com/office/officeart/2005/8/layout/default"/>
    <dgm:cxn modelId="{EC9D64D2-82C5-4158-BB90-D669E1F712A9}" type="presOf" srcId="{CAF75AE1-E183-4E39-8E79-7C86390FA593}" destId="{67D8700B-54D5-4C31-B4E2-66FCE21E6135}" srcOrd="0" destOrd="0" presId="urn:microsoft.com/office/officeart/2005/8/layout/default"/>
    <dgm:cxn modelId="{F0C9D8FC-11EE-4EB9-9E87-DD0F2A4E4450}" type="presOf" srcId="{0F7A033E-2892-4D11-B367-1A32D71CE324}" destId="{12DC2C0B-6236-488E-9BC3-4AB9F950B028}" srcOrd="0" destOrd="0" presId="urn:microsoft.com/office/officeart/2005/8/layout/default"/>
    <dgm:cxn modelId="{0633D17C-5362-4F80-82E7-1F4A036458BC}" type="presParOf" srcId="{9B08B2C7-CBC1-4DAC-9141-564A02FCBB5B}" destId="{C24E5EBC-0B1E-4C47-80AA-136B037C1B37}" srcOrd="0" destOrd="0" presId="urn:microsoft.com/office/officeart/2005/8/layout/default"/>
    <dgm:cxn modelId="{5405C26E-CE69-4C37-B2F1-7D3228C9CEB2}" type="presParOf" srcId="{9B08B2C7-CBC1-4DAC-9141-564A02FCBB5B}" destId="{49B84456-0A05-4221-B9B8-7BC38B9873CF}" srcOrd="1" destOrd="0" presId="urn:microsoft.com/office/officeart/2005/8/layout/default"/>
    <dgm:cxn modelId="{68AC8762-D396-4EC3-9A17-7CE9C228286A}" type="presParOf" srcId="{9B08B2C7-CBC1-4DAC-9141-564A02FCBB5B}" destId="{67D8700B-54D5-4C31-B4E2-66FCE21E6135}" srcOrd="2" destOrd="0" presId="urn:microsoft.com/office/officeart/2005/8/layout/default"/>
    <dgm:cxn modelId="{FA28C457-6727-4BA2-B16A-1CEF00A70775}" type="presParOf" srcId="{9B08B2C7-CBC1-4DAC-9141-564A02FCBB5B}" destId="{BF5F007A-8326-4D7D-8596-F1CADA415C43}" srcOrd="3" destOrd="0" presId="urn:microsoft.com/office/officeart/2005/8/layout/default"/>
    <dgm:cxn modelId="{459FA257-9C1E-4CD7-9505-515CF223609B}" type="presParOf" srcId="{9B08B2C7-CBC1-4DAC-9141-564A02FCBB5B}" destId="{582BF2C9-1D8B-4880-9C3E-6798F5FE923E}" srcOrd="4" destOrd="0" presId="urn:microsoft.com/office/officeart/2005/8/layout/default"/>
    <dgm:cxn modelId="{B89EB06A-F108-41AB-AD6C-9AF36186DDFC}" type="presParOf" srcId="{9B08B2C7-CBC1-4DAC-9141-564A02FCBB5B}" destId="{9982160D-AD19-4065-A84A-DAAE0A505861}" srcOrd="5" destOrd="0" presId="urn:microsoft.com/office/officeart/2005/8/layout/default"/>
    <dgm:cxn modelId="{D31C2113-6DCF-4787-B8C9-12B5387734C7}" type="presParOf" srcId="{9B08B2C7-CBC1-4DAC-9141-564A02FCBB5B}" destId="{9DD7C445-4151-4495-B813-E4CF129D1E27}" srcOrd="6" destOrd="0" presId="urn:microsoft.com/office/officeart/2005/8/layout/default"/>
    <dgm:cxn modelId="{04E8B614-6805-400B-995A-177D18D4613C}" type="presParOf" srcId="{9B08B2C7-CBC1-4DAC-9141-564A02FCBB5B}" destId="{AAD6FD1F-8667-4669-B328-0C532D70B50A}" srcOrd="7" destOrd="0" presId="urn:microsoft.com/office/officeart/2005/8/layout/default"/>
    <dgm:cxn modelId="{9B082617-3BC0-4B0B-85D1-718BD6199E97}" type="presParOf" srcId="{9B08B2C7-CBC1-4DAC-9141-564A02FCBB5B}" destId="{64D12DB1-0280-41E9-A8A6-8B6CA472A99F}" srcOrd="8" destOrd="0" presId="urn:microsoft.com/office/officeart/2005/8/layout/default"/>
    <dgm:cxn modelId="{D93F8CEA-6BA9-4352-8BAB-9B8DDFD05806}" type="presParOf" srcId="{9B08B2C7-CBC1-4DAC-9141-564A02FCBB5B}" destId="{B83A85B0-1C2A-42E1-B9C3-5EC849FA3173}" srcOrd="9" destOrd="0" presId="urn:microsoft.com/office/officeart/2005/8/layout/default"/>
    <dgm:cxn modelId="{E93CB639-5D68-4802-AAE7-4CD79B17850F}" type="presParOf" srcId="{9B08B2C7-CBC1-4DAC-9141-564A02FCBB5B}" destId="{12DC2C0B-6236-488E-9BC3-4AB9F950B028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24D780-6C75-4289-8120-9E572BE3F330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E2162AE-47F4-43A6-846B-E48C4A0ED536}">
      <dgm:prSet custT="1"/>
      <dgm:spPr/>
      <dgm:t>
        <a:bodyPr/>
        <a:lstStyle/>
        <a:p>
          <a:r>
            <a:rPr lang="en-US" sz="1600"/>
            <a:t>Saves students time by handling one of the most time-consuming chores: laundry</a:t>
          </a:r>
        </a:p>
      </dgm:t>
    </dgm:pt>
    <dgm:pt modelId="{B5830F9A-187A-409E-835A-CF3CE624A399}" type="parTrans" cxnId="{B2B226D6-C591-4F38-B548-F51311632D6E}">
      <dgm:prSet/>
      <dgm:spPr/>
      <dgm:t>
        <a:bodyPr/>
        <a:lstStyle/>
        <a:p>
          <a:endParaRPr lang="en-US" sz="1600"/>
        </a:p>
      </dgm:t>
    </dgm:pt>
    <dgm:pt modelId="{AF97C4DC-67A7-4052-994E-686EC0A67F9F}" type="sibTrans" cxnId="{B2B226D6-C591-4F38-B548-F51311632D6E}">
      <dgm:prSet/>
      <dgm:spPr/>
      <dgm:t>
        <a:bodyPr/>
        <a:lstStyle/>
        <a:p>
          <a:endParaRPr lang="en-US" sz="1600"/>
        </a:p>
      </dgm:t>
    </dgm:pt>
    <dgm:pt modelId="{8AAEE40F-2A7B-4593-BE09-667C92A6968A}">
      <dgm:prSet custT="1"/>
      <dgm:spPr/>
      <dgm:t>
        <a:bodyPr/>
        <a:lstStyle/>
        <a:p>
          <a:r>
            <a:rPr lang="en-US" sz="1600"/>
            <a:t>Allows more time for eating, sleeping, studying, working, and socializing</a:t>
          </a:r>
        </a:p>
      </dgm:t>
    </dgm:pt>
    <dgm:pt modelId="{50B3EB9D-0A49-45EC-81FF-F733575CF269}" type="parTrans" cxnId="{E47D11C9-4FC9-4987-AA8C-554D0285B935}">
      <dgm:prSet/>
      <dgm:spPr/>
      <dgm:t>
        <a:bodyPr/>
        <a:lstStyle/>
        <a:p>
          <a:endParaRPr lang="en-US" sz="1600"/>
        </a:p>
      </dgm:t>
    </dgm:pt>
    <dgm:pt modelId="{1C782278-7647-4CBB-990F-CF5F00DD182C}" type="sibTrans" cxnId="{E47D11C9-4FC9-4987-AA8C-554D0285B935}">
      <dgm:prSet/>
      <dgm:spPr/>
      <dgm:t>
        <a:bodyPr/>
        <a:lstStyle/>
        <a:p>
          <a:endParaRPr lang="en-US" sz="1600"/>
        </a:p>
      </dgm:t>
    </dgm:pt>
    <dgm:pt modelId="{16DDA346-E790-4B45-B965-8C77054B9FB7}">
      <dgm:prSet custT="1"/>
      <dgm:spPr/>
      <dgm:t>
        <a:bodyPr/>
        <a:lstStyle/>
        <a:p>
          <a:r>
            <a:rPr lang="en-US" sz="1600"/>
            <a:t>Hassle-free alternative to laundromats and campus laundry rooms</a:t>
          </a:r>
        </a:p>
      </dgm:t>
    </dgm:pt>
    <dgm:pt modelId="{4CAD437C-6FBF-4F46-8223-FD2D90BB1200}" type="parTrans" cxnId="{87C8F624-3737-449D-9C4E-2DC435AEA3A5}">
      <dgm:prSet/>
      <dgm:spPr/>
      <dgm:t>
        <a:bodyPr/>
        <a:lstStyle/>
        <a:p>
          <a:endParaRPr lang="en-US" sz="1600"/>
        </a:p>
      </dgm:t>
    </dgm:pt>
    <dgm:pt modelId="{81A102F4-7690-4CE2-9BC9-A7616B6E5BFC}" type="sibTrans" cxnId="{87C8F624-3737-449D-9C4E-2DC435AEA3A5}">
      <dgm:prSet/>
      <dgm:spPr/>
      <dgm:t>
        <a:bodyPr/>
        <a:lstStyle/>
        <a:p>
          <a:endParaRPr lang="en-US" sz="1600"/>
        </a:p>
      </dgm:t>
    </dgm:pt>
    <dgm:pt modelId="{BA5EC15E-500D-441E-A2B5-AB28A45CC1BB}">
      <dgm:prSet custT="1"/>
      <dgm:spPr/>
      <dgm:t>
        <a:bodyPr/>
        <a:lstStyle/>
        <a:p>
          <a:r>
            <a:rPr lang="en-US" sz="1600"/>
            <a:t>No waiting, carrying heavy loads, or dealing with app issues from other services</a:t>
          </a:r>
        </a:p>
      </dgm:t>
    </dgm:pt>
    <dgm:pt modelId="{7F311A39-C9F9-444C-AC00-6C4929F11686}" type="parTrans" cxnId="{01D6B359-5F72-4B2A-A25F-C14AC3446EA4}">
      <dgm:prSet/>
      <dgm:spPr/>
      <dgm:t>
        <a:bodyPr/>
        <a:lstStyle/>
        <a:p>
          <a:endParaRPr lang="en-US" sz="1600"/>
        </a:p>
      </dgm:t>
    </dgm:pt>
    <dgm:pt modelId="{D4E0F91B-A158-43B2-97A6-0678B8617D47}" type="sibTrans" cxnId="{01D6B359-5F72-4B2A-A25F-C14AC3446EA4}">
      <dgm:prSet/>
      <dgm:spPr/>
      <dgm:t>
        <a:bodyPr/>
        <a:lstStyle/>
        <a:p>
          <a:endParaRPr lang="en-US" sz="1600"/>
        </a:p>
      </dgm:t>
    </dgm:pt>
    <dgm:pt modelId="{B14E55B2-EBD7-446B-A085-0E60E0D985A0}">
      <dgm:prSet custT="1"/>
      <dgm:spPr/>
      <dgm:t>
        <a:bodyPr/>
        <a:lstStyle/>
        <a:p>
          <a:r>
            <a:rPr lang="en-US" sz="1600"/>
            <a:t>Guarantees efficient, high-quality cleaning and delivery</a:t>
          </a:r>
        </a:p>
      </dgm:t>
    </dgm:pt>
    <dgm:pt modelId="{D68262C6-39EE-46AA-AB77-B8258617667F}" type="parTrans" cxnId="{59430BFC-ACD4-4CE3-AF95-42F6EDDADE8B}">
      <dgm:prSet/>
      <dgm:spPr/>
      <dgm:t>
        <a:bodyPr/>
        <a:lstStyle/>
        <a:p>
          <a:endParaRPr lang="en-US" sz="1600"/>
        </a:p>
      </dgm:t>
    </dgm:pt>
    <dgm:pt modelId="{12263121-3644-4221-95DC-60E400475A4F}" type="sibTrans" cxnId="{59430BFC-ACD4-4CE3-AF95-42F6EDDADE8B}">
      <dgm:prSet/>
      <dgm:spPr/>
      <dgm:t>
        <a:bodyPr/>
        <a:lstStyle/>
        <a:p>
          <a:endParaRPr lang="en-US" sz="1600"/>
        </a:p>
      </dgm:t>
    </dgm:pt>
    <dgm:pt modelId="{CE4FC6E1-2394-4FAD-A69C-BE8376CFE685}">
      <dgm:prSet custT="1"/>
      <dgm:spPr/>
      <dgm:t>
        <a:bodyPr/>
        <a:lstStyle/>
        <a:p>
          <a:r>
            <a:rPr lang="en-US" sz="1600"/>
            <a:t>Affordable pricing tailored to a college student’s budget</a:t>
          </a:r>
        </a:p>
      </dgm:t>
    </dgm:pt>
    <dgm:pt modelId="{029C6518-FAA7-4F8F-BC9E-590E0ED5D817}" type="parTrans" cxnId="{25D11B19-50AD-42F1-978F-FC7FA69A45AD}">
      <dgm:prSet/>
      <dgm:spPr/>
      <dgm:t>
        <a:bodyPr/>
        <a:lstStyle/>
        <a:p>
          <a:endParaRPr lang="en-US" sz="1600"/>
        </a:p>
      </dgm:t>
    </dgm:pt>
    <dgm:pt modelId="{AEE869BC-45D3-4BDA-A9D9-831DEA67EB6F}" type="sibTrans" cxnId="{25D11B19-50AD-42F1-978F-FC7FA69A45AD}">
      <dgm:prSet/>
      <dgm:spPr/>
      <dgm:t>
        <a:bodyPr/>
        <a:lstStyle/>
        <a:p>
          <a:endParaRPr lang="en-US" sz="1600"/>
        </a:p>
      </dgm:t>
    </dgm:pt>
    <dgm:pt modelId="{A5E8A277-98E4-4983-B151-0155FC8051C9}" type="pres">
      <dgm:prSet presAssocID="{F924D780-6C75-4289-8120-9E572BE3F330}" presName="diagram" presStyleCnt="0">
        <dgm:presLayoutVars>
          <dgm:dir/>
          <dgm:resizeHandles val="exact"/>
        </dgm:presLayoutVars>
      </dgm:prSet>
      <dgm:spPr/>
    </dgm:pt>
    <dgm:pt modelId="{32B3906D-2717-4A96-BFF7-F4E28C88C3B2}" type="pres">
      <dgm:prSet presAssocID="{5E2162AE-47F4-43A6-846B-E48C4A0ED536}" presName="node" presStyleLbl="node1" presStyleIdx="0" presStyleCnt="6">
        <dgm:presLayoutVars>
          <dgm:bulletEnabled val="1"/>
        </dgm:presLayoutVars>
      </dgm:prSet>
      <dgm:spPr/>
    </dgm:pt>
    <dgm:pt modelId="{EAF1F77C-ADEC-4C2E-9C40-B00F9A909209}" type="pres">
      <dgm:prSet presAssocID="{AF97C4DC-67A7-4052-994E-686EC0A67F9F}" presName="sibTrans" presStyleCnt="0"/>
      <dgm:spPr/>
    </dgm:pt>
    <dgm:pt modelId="{BAA5DC43-0E60-4099-9DE2-53F181D77FA1}" type="pres">
      <dgm:prSet presAssocID="{8AAEE40F-2A7B-4593-BE09-667C92A6968A}" presName="node" presStyleLbl="node1" presStyleIdx="1" presStyleCnt="6">
        <dgm:presLayoutVars>
          <dgm:bulletEnabled val="1"/>
        </dgm:presLayoutVars>
      </dgm:prSet>
      <dgm:spPr/>
    </dgm:pt>
    <dgm:pt modelId="{48C768F6-83FC-429E-B547-53A1AFA85D2C}" type="pres">
      <dgm:prSet presAssocID="{1C782278-7647-4CBB-990F-CF5F00DD182C}" presName="sibTrans" presStyleCnt="0"/>
      <dgm:spPr/>
    </dgm:pt>
    <dgm:pt modelId="{878327AB-CA93-4263-B74C-012E455BF8B6}" type="pres">
      <dgm:prSet presAssocID="{16DDA346-E790-4B45-B965-8C77054B9FB7}" presName="node" presStyleLbl="node1" presStyleIdx="2" presStyleCnt="6">
        <dgm:presLayoutVars>
          <dgm:bulletEnabled val="1"/>
        </dgm:presLayoutVars>
      </dgm:prSet>
      <dgm:spPr/>
    </dgm:pt>
    <dgm:pt modelId="{2048D6A6-306D-4AA8-80C1-7CCA9D03E00D}" type="pres">
      <dgm:prSet presAssocID="{81A102F4-7690-4CE2-9BC9-A7616B6E5BFC}" presName="sibTrans" presStyleCnt="0"/>
      <dgm:spPr/>
    </dgm:pt>
    <dgm:pt modelId="{27399F5A-B1AD-4302-9B4F-BF1B1EB5C98B}" type="pres">
      <dgm:prSet presAssocID="{BA5EC15E-500D-441E-A2B5-AB28A45CC1BB}" presName="node" presStyleLbl="node1" presStyleIdx="3" presStyleCnt="6">
        <dgm:presLayoutVars>
          <dgm:bulletEnabled val="1"/>
        </dgm:presLayoutVars>
      </dgm:prSet>
      <dgm:spPr/>
    </dgm:pt>
    <dgm:pt modelId="{5894FA34-A8D2-41F0-ABAF-6B84F66AED9C}" type="pres">
      <dgm:prSet presAssocID="{D4E0F91B-A158-43B2-97A6-0678B8617D47}" presName="sibTrans" presStyleCnt="0"/>
      <dgm:spPr/>
    </dgm:pt>
    <dgm:pt modelId="{768B0C13-069F-416D-ABFB-B471522D1B4F}" type="pres">
      <dgm:prSet presAssocID="{B14E55B2-EBD7-446B-A085-0E60E0D985A0}" presName="node" presStyleLbl="node1" presStyleIdx="4" presStyleCnt="6">
        <dgm:presLayoutVars>
          <dgm:bulletEnabled val="1"/>
        </dgm:presLayoutVars>
      </dgm:prSet>
      <dgm:spPr/>
    </dgm:pt>
    <dgm:pt modelId="{CA9475B0-BFC5-4339-94DE-9EB88FD9F423}" type="pres">
      <dgm:prSet presAssocID="{12263121-3644-4221-95DC-60E400475A4F}" presName="sibTrans" presStyleCnt="0"/>
      <dgm:spPr/>
    </dgm:pt>
    <dgm:pt modelId="{A703C692-3C53-48FC-A262-C9D84917AEDD}" type="pres">
      <dgm:prSet presAssocID="{CE4FC6E1-2394-4FAD-A69C-BE8376CFE685}" presName="node" presStyleLbl="node1" presStyleIdx="5" presStyleCnt="6">
        <dgm:presLayoutVars>
          <dgm:bulletEnabled val="1"/>
        </dgm:presLayoutVars>
      </dgm:prSet>
      <dgm:spPr/>
    </dgm:pt>
  </dgm:ptLst>
  <dgm:cxnLst>
    <dgm:cxn modelId="{5C35BE0A-8BB4-4074-ADF1-4041A97FD459}" type="presOf" srcId="{B14E55B2-EBD7-446B-A085-0E60E0D985A0}" destId="{768B0C13-069F-416D-ABFB-B471522D1B4F}" srcOrd="0" destOrd="0" presId="urn:microsoft.com/office/officeart/2005/8/layout/default"/>
    <dgm:cxn modelId="{25D11B19-50AD-42F1-978F-FC7FA69A45AD}" srcId="{F924D780-6C75-4289-8120-9E572BE3F330}" destId="{CE4FC6E1-2394-4FAD-A69C-BE8376CFE685}" srcOrd="5" destOrd="0" parTransId="{029C6518-FAA7-4F8F-BC9E-590E0ED5D817}" sibTransId="{AEE869BC-45D3-4BDA-A9D9-831DEA67EB6F}"/>
    <dgm:cxn modelId="{87C8F624-3737-449D-9C4E-2DC435AEA3A5}" srcId="{F924D780-6C75-4289-8120-9E572BE3F330}" destId="{16DDA346-E790-4B45-B965-8C77054B9FB7}" srcOrd="2" destOrd="0" parTransId="{4CAD437C-6FBF-4F46-8223-FD2D90BB1200}" sibTransId="{81A102F4-7690-4CE2-9BC9-A7616B6E5BFC}"/>
    <dgm:cxn modelId="{01D6B359-5F72-4B2A-A25F-C14AC3446EA4}" srcId="{F924D780-6C75-4289-8120-9E572BE3F330}" destId="{BA5EC15E-500D-441E-A2B5-AB28A45CC1BB}" srcOrd="3" destOrd="0" parTransId="{7F311A39-C9F9-444C-AC00-6C4929F11686}" sibTransId="{D4E0F91B-A158-43B2-97A6-0678B8617D47}"/>
    <dgm:cxn modelId="{F38EAE6D-02D9-4013-BF62-DD1E75F5A49B}" type="presOf" srcId="{F924D780-6C75-4289-8120-9E572BE3F330}" destId="{A5E8A277-98E4-4983-B151-0155FC8051C9}" srcOrd="0" destOrd="0" presId="urn:microsoft.com/office/officeart/2005/8/layout/default"/>
    <dgm:cxn modelId="{149C8E7A-E095-467A-B3ED-2BB9572E63BF}" type="presOf" srcId="{CE4FC6E1-2394-4FAD-A69C-BE8376CFE685}" destId="{A703C692-3C53-48FC-A262-C9D84917AEDD}" srcOrd="0" destOrd="0" presId="urn:microsoft.com/office/officeart/2005/8/layout/default"/>
    <dgm:cxn modelId="{96A37A91-AD2A-4C2F-8971-9CEF330CB6E8}" type="presOf" srcId="{BA5EC15E-500D-441E-A2B5-AB28A45CC1BB}" destId="{27399F5A-B1AD-4302-9B4F-BF1B1EB5C98B}" srcOrd="0" destOrd="0" presId="urn:microsoft.com/office/officeart/2005/8/layout/default"/>
    <dgm:cxn modelId="{1FF041B3-863D-4496-8BB9-E2F0DA76238B}" type="presOf" srcId="{16DDA346-E790-4B45-B965-8C77054B9FB7}" destId="{878327AB-CA93-4263-B74C-012E455BF8B6}" srcOrd="0" destOrd="0" presId="urn:microsoft.com/office/officeart/2005/8/layout/default"/>
    <dgm:cxn modelId="{E47D11C9-4FC9-4987-AA8C-554D0285B935}" srcId="{F924D780-6C75-4289-8120-9E572BE3F330}" destId="{8AAEE40F-2A7B-4593-BE09-667C92A6968A}" srcOrd="1" destOrd="0" parTransId="{50B3EB9D-0A49-45EC-81FF-F733575CF269}" sibTransId="{1C782278-7647-4CBB-990F-CF5F00DD182C}"/>
    <dgm:cxn modelId="{66396DD5-2921-4755-A45C-2F6DC2FD9E41}" type="presOf" srcId="{5E2162AE-47F4-43A6-846B-E48C4A0ED536}" destId="{32B3906D-2717-4A96-BFF7-F4E28C88C3B2}" srcOrd="0" destOrd="0" presId="urn:microsoft.com/office/officeart/2005/8/layout/default"/>
    <dgm:cxn modelId="{B2B226D6-C591-4F38-B548-F51311632D6E}" srcId="{F924D780-6C75-4289-8120-9E572BE3F330}" destId="{5E2162AE-47F4-43A6-846B-E48C4A0ED536}" srcOrd="0" destOrd="0" parTransId="{B5830F9A-187A-409E-835A-CF3CE624A399}" sibTransId="{AF97C4DC-67A7-4052-994E-686EC0A67F9F}"/>
    <dgm:cxn modelId="{27AD46E1-A6FC-41B4-89AE-C9D1BDEBD080}" type="presOf" srcId="{8AAEE40F-2A7B-4593-BE09-667C92A6968A}" destId="{BAA5DC43-0E60-4099-9DE2-53F181D77FA1}" srcOrd="0" destOrd="0" presId="urn:microsoft.com/office/officeart/2005/8/layout/default"/>
    <dgm:cxn modelId="{59430BFC-ACD4-4CE3-AF95-42F6EDDADE8B}" srcId="{F924D780-6C75-4289-8120-9E572BE3F330}" destId="{B14E55B2-EBD7-446B-A085-0E60E0D985A0}" srcOrd="4" destOrd="0" parTransId="{D68262C6-39EE-46AA-AB77-B8258617667F}" sibTransId="{12263121-3644-4221-95DC-60E400475A4F}"/>
    <dgm:cxn modelId="{F8BD6D84-1842-4A4E-ACBB-3C6A0C139D5B}" type="presParOf" srcId="{A5E8A277-98E4-4983-B151-0155FC8051C9}" destId="{32B3906D-2717-4A96-BFF7-F4E28C88C3B2}" srcOrd="0" destOrd="0" presId="urn:microsoft.com/office/officeart/2005/8/layout/default"/>
    <dgm:cxn modelId="{E6C052C6-6566-4950-95A6-DC91ADF9080E}" type="presParOf" srcId="{A5E8A277-98E4-4983-B151-0155FC8051C9}" destId="{EAF1F77C-ADEC-4C2E-9C40-B00F9A909209}" srcOrd="1" destOrd="0" presId="urn:microsoft.com/office/officeart/2005/8/layout/default"/>
    <dgm:cxn modelId="{EED56BFA-4D23-4B98-9B8F-01BCF86459A5}" type="presParOf" srcId="{A5E8A277-98E4-4983-B151-0155FC8051C9}" destId="{BAA5DC43-0E60-4099-9DE2-53F181D77FA1}" srcOrd="2" destOrd="0" presId="urn:microsoft.com/office/officeart/2005/8/layout/default"/>
    <dgm:cxn modelId="{E9736C35-9A9C-4470-A355-0C01FF7524F5}" type="presParOf" srcId="{A5E8A277-98E4-4983-B151-0155FC8051C9}" destId="{48C768F6-83FC-429E-B547-53A1AFA85D2C}" srcOrd="3" destOrd="0" presId="urn:microsoft.com/office/officeart/2005/8/layout/default"/>
    <dgm:cxn modelId="{35D2D0FB-7551-48E2-9F67-2E9AD8DA2FDE}" type="presParOf" srcId="{A5E8A277-98E4-4983-B151-0155FC8051C9}" destId="{878327AB-CA93-4263-B74C-012E455BF8B6}" srcOrd="4" destOrd="0" presId="urn:microsoft.com/office/officeart/2005/8/layout/default"/>
    <dgm:cxn modelId="{9B485CDD-5642-447B-BE11-9031A7FC78C1}" type="presParOf" srcId="{A5E8A277-98E4-4983-B151-0155FC8051C9}" destId="{2048D6A6-306D-4AA8-80C1-7CCA9D03E00D}" srcOrd="5" destOrd="0" presId="urn:microsoft.com/office/officeart/2005/8/layout/default"/>
    <dgm:cxn modelId="{C4600B48-2875-466A-AA33-26F6A7283F06}" type="presParOf" srcId="{A5E8A277-98E4-4983-B151-0155FC8051C9}" destId="{27399F5A-B1AD-4302-9B4F-BF1B1EB5C98B}" srcOrd="6" destOrd="0" presId="urn:microsoft.com/office/officeart/2005/8/layout/default"/>
    <dgm:cxn modelId="{BF6B1A9B-C4B3-4EA1-971F-ACA25D99F68B}" type="presParOf" srcId="{A5E8A277-98E4-4983-B151-0155FC8051C9}" destId="{5894FA34-A8D2-41F0-ABAF-6B84F66AED9C}" srcOrd="7" destOrd="0" presId="urn:microsoft.com/office/officeart/2005/8/layout/default"/>
    <dgm:cxn modelId="{AEBB5227-83A4-44FB-B5F6-AF419091C92D}" type="presParOf" srcId="{A5E8A277-98E4-4983-B151-0155FC8051C9}" destId="{768B0C13-069F-416D-ABFB-B471522D1B4F}" srcOrd="8" destOrd="0" presId="urn:microsoft.com/office/officeart/2005/8/layout/default"/>
    <dgm:cxn modelId="{4EAACA87-3366-4AE7-9A16-AE05C313E2E3}" type="presParOf" srcId="{A5E8A277-98E4-4983-B151-0155FC8051C9}" destId="{CA9475B0-BFC5-4339-94DE-9EB88FD9F423}" srcOrd="9" destOrd="0" presId="urn:microsoft.com/office/officeart/2005/8/layout/default"/>
    <dgm:cxn modelId="{94D385A1-5C01-4BA4-9A1B-E1520B42DB14}" type="presParOf" srcId="{A5E8A277-98E4-4983-B151-0155FC8051C9}" destId="{A703C692-3C53-48FC-A262-C9D84917AEDD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3E197FF-BD7C-4AAE-863E-95372BD9692F}" type="doc">
      <dgm:prSet loTypeId="urn:microsoft.com/office/officeart/2016/7/layout/VerticalSolid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E83E364-162A-4A06-A58F-230AB63256FE}">
      <dgm:prSet/>
      <dgm:spPr/>
      <dgm:t>
        <a:bodyPr/>
        <a:lstStyle/>
        <a:p>
          <a:pPr rtl="0"/>
          <a:r>
            <a:rPr lang="en-US"/>
            <a:t>Market Expansion</a:t>
          </a:r>
        </a:p>
      </dgm:t>
    </dgm:pt>
    <dgm:pt modelId="{B33F911A-58B3-4C43-8638-B7B6B2EB7EC5}" type="parTrans" cxnId="{BB0CE16B-E16F-45EB-9557-857C28CCA506}">
      <dgm:prSet/>
      <dgm:spPr/>
      <dgm:t>
        <a:bodyPr/>
        <a:lstStyle/>
        <a:p>
          <a:endParaRPr lang="en-US"/>
        </a:p>
      </dgm:t>
    </dgm:pt>
    <dgm:pt modelId="{C91AEFD2-9BA3-445F-AA6B-15192CBD62D0}" type="sibTrans" cxnId="{BB0CE16B-E16F-45EB-9557-857C28CCA506}">
      <dgm:prSet/>
      <dgm:spPr/>
      <dgm:t>
        <a:bodyPr/>
        <a:lstStyle/>
        <a:p>
          <a:endParaRPr lang="en-US"/>
        </a:p>
      </dgm:t>
    </dgm:pt>
    <dgm:pt modelId="{9DE0C1C4-D0AC-4744-AD56-45106EF1306A}">
      <dgm:prSet/>
      <dgm:spPr/>
      <dgm:t>
        <a:bodyPr/>
        <a:lstStyle/>
        <a:p>
          <a:pPr rtl="0"/>
          <a:r>
            <a:rPr lang="en-US"/>
            <a:t> Target entering two new international markets within the next 12 months.</a:t>
          </a:r>
        </a:p>
      </dgm:t>
    </dgm:pt>
    <dgm:pt modelId="{6056ED51-74C0-43ED-AC95-8D66130DCACF}" type="parTrans" cxnId="{99122D16-7264-4C0E-8E8B-CCA25746D201}">
      <dgm:prSet/>
      <dgm:spPr/>
      <dgm:t>
        <a:bodyPr/>
        <a:lstStyle/>
        <a:p>
          <a:endParaRPr lang="en-US"/>
        </a:p>
      </dgm:t>
    </dgm:pt>
    <dgm:pt modelId="{A7707B6B-5727-4859-BD7D-A2A043A1CD52}" type="sibTrans" cxnId="{99122D16-7264-4C0E-8E8B-CCA25746D201}">
      <dgm:prSet/>
      <dgm:spPr/>
      <dgm:t>
        <a:bodyPr/>
        <a:lstStyle/>
        <a:p>
          <a:endParaRPr lang="en-US"/>
        </a:p>
      </dgm:t>
    </dgm:pt>
    <dgm:pt modelId="{4B93A63F-B62E-464B-A871-C28C1553D9F2}">
      <dgm:prSet/>
      <dgm:spPr/>
      <dgm:t>
        <a:bodyPr/>
        <a:lstStyle/>
        <a:p>
          <a:pPr rtl="0"/>
          <a:r>
            <a:rPr lang="en-US"/>
            <a:t>Technological Advancement</a:t>
          </a:r>
        </a:p>
      </dgm:t>
    </dgm:pt>
    <dgm:pt modelId="{243A9339-6AF3-4D4F-82CC-36BC9D09970C}" type="parTrans" cxnId="{7FBE0717-0A07-4949-B261-D69B7FC1B285}">
      <dgm:prSet/>
      <dgm:spPr/>
      <dgm:t>
        <a:bodyPr/>
        <a:lstStyle/>
        <a:p>
          <a:endParaRPr lang="en-US"/>
        </a:p>
      </dgm:t>
    </dgm:pt>
    <dgm:pt modelId="{D1A19B74-69AD-4B30-9458-B9856257E16C}" type="sibTrans" cxnId="{7FBE0717-0A07-4949-B261-D69B7FC1B285}">
      <dgm:prSet/>
      <dgm:spPr/>
      <dgm:t>
        <a:bodyPr/>
        <a:lstStyle/>
        <a:p>
          <a:endParaRPr lang="en-US"/>
        </a:p>
      </dgm:t>
    </dgm:pt>
    <dgm:pt modelId="{7A73CA50-7598-4192-ABDD-360443D9DDD8}">
      <dgm:prSet/>
      <dgm:spPr/>
      <dgm:t>
        <a:bodyPr/>
        <a:lstStyle/>
        <a:p>
          <a:pPr rtl="0"/>
          <a:r>
            <a:rPr lang="en-US"/>
            <a:t>Focus on integrating AI and ML to enhance operational efficiency and product offerings.</a:t>
          </a:r>
        </a:p>
      </dgm:t>
    </dgm:pt>
    <dgm:pt modelId="{BEF09AAC-1C0B-44CA-9EC9-0A508A597FCD}" type="parTrans" cxnId="{6CC1277C-FD97-4952-9269-DFC9794828B4}">
      <dgm:prSet/>
      <dgm:spPr/>
      <dgm:t>
        <a:bodyPr/>
        <a:lstStyle/>
        <a:p>
          <a:endParaRPr lang="en-US"/>
        </a:p>
      </dgm:t>
    </dgm:pt>
    <dgm:pt modelId="{806E729F-0AA0-406B-94B7-785A043943DF}" type="sibTrans" cxnId="{6CC1277C-FD97-4952-9269-DFC9794828B4}">
      <dgm:prSet/>
      <dgm:spPr/>
      <dgm:t>
        <a:bodyPr/>
        <a:lstStyle/>
        <a:p>
          <a:endParaRPr lang="en-US"/>
        </a:p>
      </dgm:t>
    </dgm:pt>
    <dgm:pt modelId="{87A303BF-5300-4144-8CAA-755C404FEBC4}">
      <dgm:prSet/>
      <dgm:spPr/>
      <dgm:t>
        <a:bodyPr/>
        <a:lstStyle/>
        <a:p>
          <a:pPr rtl="0"/>
          <a:r>
            <a:rPr lang="en-US"/>
            <a:t>Innovation Culture</a:t>
          </a:r>
        </a:p>
      </dgm:t>
    </dgm:pt>
    <dgm:pt modelId="{1C236A2E-D98B-4415-AFF2-E19ECA32A14C}" type="parTrans" cxnId="{C0ABD496-7D22-4430-8FE4-6440DF9FB7D8}">
      <dgm:prSet/>
      <dgm:spPr/>
      <dgm:t>
        <a:bodyPr/>
        <a:lstStyle/>
        <a:p>
          <a:endParaRPr lang="en-US"/>
        </a:p>
      </dgm:t>
    </dgm:pt>
    <dgm:pt modelId="{F658AD8A-A96F-4C04-922B-2490D2E19376}" type="sibTrans" cxnId="{C0ABD496-7D22-4430-8FE4-6440DF9FB7D8}">
      <dgm:prSet/>
      <dgm:spPr/>
      <dgm:t>
        <a:bodyPr/>
        <a:lstStyle/>
        <a:p>
          <a:endParaRPr lang="en-US"/>
        </a:p>
      </dgm:t>
    </dgm:pt>
    <dgm:pt modelId="{77A99AC1-6369-41C6-8D75-7F03E21B7593}">
      <dgm:prSet/>
      <dgm:spPr/>
      <dgm:t>
        <a:bodyPr/>
        <a:lstStyle/>
        <a:p>
          <a:pPr rtl="0"/>
          <a:r>
            <a:rPr lang="en-US" dirty="0"/>
            <a:t>Cultivate a culture of innovation to support rapid development of new ideas.</a:t>
          </a:r>
        </a:p>
      </dgm:t>
    </dgm:pt>
    <dgm:pt modelId="{D58DE72D-471C-4089-A61F-A02B32EEE35E}" type="parTrans" cxnId="{35112827-4D9E-42C4-8036-E9E730736BCD}">
      <dgm:prSet/>
      <dgm:spPr/>
      <dgm:t>
        <a:bodyPr/>
        <a:lstStyle/>
        <a:p>
          <a:endParaRPr lang="en-US"/>
        </a:p>
      </dgm:t>
    </dgm:pt>
    <dgm:pt modelId="{353B167B-1F41-4A63-BFE2-82D8656052DC}" type="sibTrans" cxnId="{35112827-4D9E-42C4-8036-E9E730736BCD}">
      <dgm:prSet/>
      <dgm:spPr/>
      <dgm:t>
        <a:bodyPr/>
        <a:lstStyle/>
        <a:p>
          <a:endParaRPr lang="en-US"/>
        </a:p>
      </dgm:t>
    </dgm:pt>
    <dgm:pt modelId="{2E742589-2137-4285-8678-40E8687E6D52}">
      <dgm:prSet phldr="0"/>
      <dgm:spPr/>
      <dgm:t>
        <a:bodyPr/>
        <a:lstStyle/>
        <a:p>
          <a:pPr rtl="0"/>
          <a:r>
            <a:rPr lang="en-US"/>
            <a:t> Implement comprehensive sustainability practices across all operations.</a:t>
          </a:r>
        </a:p>
      </dgm:t>
    </dgm:pt>
    <dgm:pt modelId="{0DEE1E9D-5577-4ED8-92FD-C5A4FC3C188B}" type="parTrans" cxnId="{AFB8A562-B95F-4E1C-86B3-1A94BCFD24D9}">
      <dgm:prSet/>
      <dgm:spPr/>
    </dgm:pt>
    <dgm:pt modelId="{2F37DF4C-4011-4BBB-A714-F2365968FC30}" type="sibTrans" cxnId="{AFB8A562-B95F-4E1C-86B3-1A94BCFD24D9}">
      <dgm:prSet/>
      <dgm:spPr/>
    </dgm:pt>
    <dgm:pt modelId="{B92D460F-F5CA-4808-A52B-B427135771CB}">
      <dgm:prSet phldr="0"/>
      <dgm:spPr/>
      <dgm:t>
        <a:bodyPr/>
        <a:lstStyle/>
        <a:p>
          <a:pPr rtl="0"/>
          <a:r>
            <a:rPr lang="en-US"/>
            <a:t>Sustainability Initiatives</a:t>
          </a:r>
          <a:endParaRPr lang="en-US">
            <a:latin typeface="Corbel" panose="020B0503020204020204"/>
          </a:endParaRPr>
        </a:p>
      </dgm:t>
    </dgm:pt>
    <dgm:pt modelId="{EE8EF5A8-91A9-4375-B536-AF49BD67E52F}" type="parTrans" cxnId="{7B63FCD5-5357-4BA9-B0AA-4B33AE946C58}">
      <dgm:prSet/>
      <dgm:spPr/>
    </dgm:pt>
    <dgm:pt modelId="{94F0C2D3-B5AC-4E99-8D9F-6D1CAF30D622}" type="sibTrans" cxnId="{7B63FCD5-5357-4BA9-B0AA-4B33AE946C58}">
      <dgm:prSet/>
      <dgm:spPr/>
    </dgm:pt>
    <dgm:pt modelId="{17B3F0F6-AE8E-41C5-92D1-1630BE87719D}" type="pres">
      <dgm:prSet presAssocID="{C3E197FF-BD7C-4AAE-863E-95372BD9692F}" presName="Name0" presStyleCnt="0">
        <dgm:presLayoutVars>
          <dgm:dir/>
          <dgm:animLvl val="lvl"/>
          <dgm:resizeHandles val="exact"/>
        </dgm:presLayoutVars>
      </dgm:prSet>
      <dgm:spPr/>
    </dgm:pt>
    <dgm:pt modelId="{54E489E8-A8DD-463D-80C2-35AB1B37EF80}" type="pres">
      <dgm:prSet presAssocID="{0E83E364-162A-4A06-A58F-230AB63256FE}" presName="linNode" presStyleCnt="0"/>
      <dgm:spPr/>
    </dgm:pt>
    <dgm:pt modelId="{67EB1EF0-45AF-440B-A9C5-1F450B91605A}" type="pres">
      <dgm:prSet presAssocID="{0E83E364-162A-4A06-A58F-230AB63256FE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31E1E935-2BBD-409B-8D82-A8539A0C2553}" type="pres">
      <dgm:prSet presAssocID="{0E83E364-162A-4A06-A58F-230AB63256FE}" presName="descendantText" presStyleLbl="alignAccFollowNode1" presStyleIdx="0" presStyleCnt="4">
        <dgm:presLayoutVars>
          <dgm:bulletEnabled/>
        </dgm:presLayoutVars>
      </dgm:prSet>
      <dgm:spPr/>
    </dgm:pt>
    <dgm:pt modelId="{6C0EF842-D331-40E1-86F5-5F8F10363633}" type="pres">
      <dgm:prSet presAssocID="{C91AEFD2-9BA3-445F-AA6B-15192CBD62D0}" presName="sp" presStyleCnt="0"/>
      <dgm:spPr/>
    </dgm:pt>
    <dgm:pt modelId="{87F011BB-B629-4B89-943F-4BE4B8A73E2D}" type="pres">
      <dgm:prSet presAssocID="{4B93A63F-B62E-464B-A871-C28C1553D9F2}" presName="linNode" presStyleCnt="0"/>
      <dgm:spPr/>
    </dgm:pt>
    <dgm:pt modelId="{D61B7B8A-3875-42D5-B372-CDD66592D0F6}" type="pres">
      <dgm:prSet presAssocID="{4B93A63F-B62E-464B-A871-C28C1553D9F2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6BC8C9BA-C504-4D9B-A7C0-634D1C7DEB05}" type="pres">
      <dgm:prSet presAssocID="{4B93A63F-B62E-464B-A871-C28C1553D9F2}" presName="descendantText" presStyleLbl="alignAccFollowNode1" presStyleIdx="1" presStyleCnt="4">
        <dgm:presLayoutVars>
          <dgm:bulletEnabled/>
        </dgm:presLayoutVars>
      </dgm:prSet>
      <dgm:spPr/>
    </dgm:pt>
    <dgm:pt modelId="{83318339-4122-48C7-A381-3EBCCE8B0845}" type="pres">
      <dgm:prSet presAssocID="{D1A19B74-69AD-4B30-9458-B9856257E16C}" presName="sp" presStyleCnt="0"/>
      <dgm:spPr/>
    </dgm:pt>
    <dgm:pt modelId="{3880DF5A-E40C-4477-9B17-8F9D67D66DDC}" type="pres">
      <dgm:prSet presAssocID="{87A303BF-5300-4144-8CAA-755C404FEBC4}" presName="linNode" presStyleCnt="0"/>
      <dgm:spPr/>
    </dgm:pt>
    <dgm:pt modelId="{73D9EB5E-380F-4700-8B71-4B81163E4F42}" type="pres">
      <dgm:prSet presAssocID="{87A303BF-5300-4144-8CAA-755C404FEBC4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7276C5EF-3B88-44AB-B975-5B163EA3FE04}" type="pres">
      <dgm:prSet presAssocID="{87A303BF-5300-4144-8CAA-755C404FEBC4}" presName="descendantText" presStyleLbl="alignAccFollowNode1" presStyleIdx="2" presStyleCnt="4">
        <dgm:presLayoutVars>
          <dgm:bulletEnabled/>
        </dgm:presLayoutVars>
      </dgm:prSet>
      <dgm:spPr/>
    </dgm:pt>
    <dgm:pt modelId="{23B6CF29-A958-4CA2-B61D-662AEE10E85B}" type="pres">
      <dgm:prSet presAssocID="{F658AD8A-A96F-4C04-922B-2490D2E19376}" presName="sp" presStyleCnt="0"/>
      <dgm:spPr/>
    </dgm:pt>
    <dgm:pt modelId="{91F28B1E-543B-4297-AFAA-42179C70AF95}" type="pres">
      <dgm:prSet presAssocID="{B92D460F-F5CA-4808-A52B-B427135771CB}" presName="linNode" presStyleCnt="0"/>
      <dgm:spPr/>
    </dgm:pt>
    <dgm:pt modelId="{30A31D78-6402-4483-8A37-F4928368B165}" type="pres">
      <dgm:prSet presAssocID="{B92D460F-F5CA-4808-A52B-B427135771CB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CE61F6D5-D867-40CF-AE75-055F19436323}" type="pres">
      <dgm:prSet presAssocID="{B92D460F-F5CA-4808-A52B-B427135771CB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99122D16-7264-4C0E-8E8B-CCA25746D201}" srcId="{0E83E364-162A-4A06-A58F-230AB63256FE}" destId="{9DE0C1C4-D0AC-4744-AD56-45106EF1306A}" srcOrd="0" destOrd="0" parTransId="{6056ED51-74C0-43ED-AC95-8D66130DCACF}" sibTransId="{A7707B6B-5727-4859-BD7D-A2A043A1CD52}"/>
    <dgm:cxn modelId="{7FBE0717-0A07-4949-B261-D69B7FC1B285}" srcId="{C3E197FF-BD7C-4AAE-863E-95372BD9692F}" destId="{4B93A63F-B62E-464B-A871-C28C1553D9F2}" srcOrd="1" destOrd="0" parTransId="{243A9339-6AF3-4D4F-82CC-36BC9D09970C}" sibTransId="{D1A19B74-69AD-4B30-9458-B9856257E16C}"/>
    <dgm:cxn modelId="{35112827-4D9E-42C4-8036-E9E730736BCD}" srcId="{87A303BF-5300-4144-8CAA-755C404FEBC4}" destId="{77A99AC1-6369-41C6-8D75-7F03E21B7593}" srcOrd="0" destOrd="0" parTransId="{D58DE72D-471C-4089-A61F-A02B32EEE35E}" sibTransId="{353B167B-1F41-4A63-BFE2-82D8656052DC}"/>
    <dgm:cxn modelId="{411A485B-50D5-4040-B560-5E0EC4201BFA}" type="presOf" srcId="{77A99AC1-6369-41C6-8D75-7F03E21B7593}" destId="{7276C5EF-3B88-44AB-B975-5B163EA3FE04}" srcOrd="0" destOrd="0" presId="urn:microsoft.com/office/officeart/2016/7/layout/VerticalSolidActionList"/>
    <dgm:cxn modelId="{AFB8A562-B95F-4E1C-86B3-1A94BCFD24D9}" srcId="{B92D460F-F5CA-4808-A52B-B427135771CB}" destId="{2E742589-2137-4285-8678-40E8687E6D52}" srcOrd="0" destOrd="0" parTransId="{0DEE1E9D-5577-4ED8-92FD-C5A4FC3C188B}" sibTransId="{2F37DF4C-4011-4BBB-A714-F2365968FC30}"/>
    <dgm:cxn modelId="{BB0CE16B-E16F-45EB-9557-857C28CCA506}" srcId="{C3E197FF-BD7C-4AAE-863E-95372BD9692F}" destId="{0E83E364-162A-4A06-A58F-230AB63256FE}" srcOrd="0" destOrd="0" parTransId="{B33F911A-58B3-4C43-8638-B7B6B2EB7EC5}" sibTransId="{C91AEFD2-9BA3-445F-AA6B-15192CBD62D0}"/>
    <dgm:cxn modelId="{6CC1277C-FD97-4952-9269-DFC9794828B4}" srcId="{4B93A63F-B62E-464B-A871-C28C1553D9F2}" destId="{7A73CA50-7598-4192-ABDD-360443D9DDD8}" srcOrd="0" destOrd="0" parTransId="{BEF09AAC-1C0B-44CA-9EC9-0A508A597FCD}" sibTransId="{806E729F-0AA0-406B-94B7-785A043943DF}"/>
    <dgm:cxn modelId="{880E3481-0234-4BE7-A755-FAE2BFDE1D53}" type="presOf" srcId="{2E742589-2137-4285-8678-40E8687E6D52}" destId="{CE61F6D5-D867-40CF-AE75-055F19436323}" srcOrd="0" destOrd="0" presId="urn:microsoft.com/office/officeart/2016/7/layout/VerticalSolidActionList"/>
    <dgm:cxn modelId="{74BE8686-9E14-4D03-A8D8-7BA47E1F7F81}" type="presOf" srcId="{0E83E364-162A-4A06-A58F-230AB63256FE}" destId="{67EB1EF0-45AF-440B-A9C5-1F450B91605A}" srcOrd="0" destOrd="0" presId="urn:microsoft.com/office/officeart/2016/7/layout/VerticalSolidActionList"/>
    <dgm:cxn modelId="{DFF9A48D-3CF1-4DB9-B4C7-C7DD59FDF6E0}" type="presOf" srcId="{4B93A63F-B62E-464B-A871-C28C1553D9F2}" destId="{D61B7B8A-3875-42D5-B372-CDD66592D0F6}" srcOrd="0" destOrd="0" presId="urn:microsoft.com/office/officeart/2016/7/layout/VerticalSolidActionList"/>
    <dgm:cxn modelId="{EEBB4490-259B-422B-A670-3673E95A9BE8}" type="presOf" srcId="{87A303BF-5300-4144-8CAA-755C404FEBC4}" destId="{73D9EB5E-380F-4700-8B71-4B81163E4F42}" srcOrd="0" destOrd="0" presId="urn:microsoft.com/office/officeart/2016/7/layout/VerticalSolidActionList"/>
    <dgm:cxn modelId="{40F33296-0B0D-4E63-B112-9D9D0721C1D3}" type="presOf" srcId="{B92D460F-F5CA-4808-A52B-B427135771CB}" destId="{30A31D78-6402-4483-8A37-F4928368B165}" srcOrd="0" destOrd="0" presId="urn:microsoft.com/office/officeart/2016/7/layout/VerticalSolidActionList"/>
    <dgm:cxn modelId="{C0ABD496-7D22-4430-8FE4-6440DF9FB7D8}" srcId="{C3E197FF-BD7C-4AAE-863E-95372BD9692F}" destId="{87A303BF-5300-4144-8CAA-755C404FEBC4}" srcOrd="2" destOrd="0" parTransId="{1C236A2E-D98B-4415-AFF2-E19ECA32A14C}" sibTransId="{F658AD8A-A96F-4C04-922B-2490D2E19376}"/>
    <dgm:cxn modelId="{DB1F71A1-F080-4580-9DB2-C8C027B2753A}" type="presOf" srcId="{C3E197FF-BD7C-4AAE-863E-95372BD9692F}" destId="{17B3F0F6-AE8E-41C5-92D1-1630BE87719D}" srcOrd="0" destOrd="0" presId="urn:microsoft.com/office/officeart/2016/7/layout/VerticalSolidActionList"/>
    <dgm:cxn modelId="{B009FABD-81FE-4511-8288-58ED4B5DDC4E}" type="presOf" srcId="{7A73CA50-7598-4192-ABDD-360443D9DDD8}" destId="{6BC8C9BA-C504-4D9B-A7C0-634D1C7DEB05}" srcOrd="0" destOrd="0" presId="urn:microsoft.com/office/officeart/2016/7/layout/VerticalSolidActionList"/>
    <dgm:cxn modelId="{039F58D4-A7CA-4E2B-8374-5883ACDF5783}" type="presOf" srcId="{9DE0C1C4-D0AC-4744-AD56-45106EF1306A}" destId="{31E1E935-2BBD-409B-8D82-A8539A0C2553}" srcOrd="0" destOrd="0" presId="urn:microsoft.com/office/officeart/2016/7/layout/VerticalSolidActionList"/>
    <dgm:cxn modelId="{7B63FCD5-5357-4BA9-B0AA-4B33AE946C58}" srcId="{C3E197FF-BD7C-4AAE-863E-95372BD9692F}" destId="{B92D460F-F5CA-4808-A52B-B427135771CB}" srcOrd="3" destOrd="0" parTransId="{EE8EF5A8-91A9-4375-B536-AF49BD67E52F}" sibTransId="{94F0C2D3-B5AC-4E99-8D9F-6D1CAF30D622}"/>
    <dgm:cxn modelId="{61739C24-FAF1-4CE9-867A-ACEE6D916B36}" type="presParOf" srcId="{17B3F0F6-AE8E-41C5-92D1-1630BE87719D}" destId="{54E489E8-A8DD-463D-80C2-35AB1B37EF80}" srcOrd="0" destOrd="0" presId="urn:microsoft.com/office/officeart/2016/7/layout/VerticalSolidActionList"/>
    <dgm:cxn modelId="{4495B1B3-98A5-47CB-B2F4-CB5FCD967A14}" type="presParOf" srcId="{54E489E8-A8DD-463D-80C2-35AB1B37EF80}" destId="{67EB1EF0-45AF-440B-A9C5-1F450B91605A}" srcOrd="0" destOrd="0" presId="urn:microsoft.com/office/officeart/2016/7/layout/VerticalSolidActionList"/>
    <dgm:cxn modelId="{BAF45D6F-83C8-474B-9FF8-B7B9BAE90D98}" type="presParOf" srcId="{54E489E8-A8DD-463D-80C2-35AB1B37EF80}" destId="{31E1E935-2BBD-409B-8D82-A8539A0C2553}" srcOrd="1" destOrd="0" presId="urn:microsoft.com/office/officeart/2016/7/layout/VerticalSolidActionList"/>
    <dgm:cxn modelId="{5F42A7AC-3365-4DE0-8A39-71DCB3AFFE01}" type="presParOf" srcId="{17B3F0F6-AE8E-41C5-92D1-1630BE87719D}" destId="{6C0EF842-D331-40E1-86F5-5F8F10363633}" srcOrd="1" destOrd="0" presId="urn:microsoft.com/office/officeart/2016/7/layout/VerticalSolidActionList"/>
    <dgm:cxn modelId="{10EB1403-1E11-44D5-AB62-E46F1CF3B264}" type="presParOf" srcId="{17B3F0F6-AE8E-41C5-92D1-1630BE87719D}" destId="{87F011BB-B629-4B89-943F-4BE4B8A73E2D}" srcOrd="2" destOrd="0" presId="urn:microsoft.com/office/officeart/2016/7/layout/VerticalSolidActionList"/>
    <dgm:cxn modelId="{AB13DD33-AD8F-4097-B114-A2F7E047F80C}" type="presParOf" srcId="{87F011BB-B629-4B89-943F-4BE4B8A73E2D}" destId="{D61B7B8A-3875-42D5-B372-CDD66592D0F6}" srcOrd="0" destOrd="0" presId="urn:microsoft.com/office/officeart/2016/7/layout/VerticalSolidActionList"/>
    <dgm:cxn modelId="{8AC5960F-9D0A-45B1-904A-E90B41A9B4D4}" type="presParOf" srcId="{87F011BB-B629-4B89-943F-4BE4B8A73E2D}" destId="{6BC8C9BA-C504-4D9B-A7C0-634D1C7DEB05}" srcOrd="1" destOrd="0" presId="urn:microsoft.com/office/officeart/2016/7/layout/VerticalSolidActionList"/>
    <dgm:cxn modelId="{DA79283C-ED7A-4BC3-A052-1F1944361A29}" type="presParOf" srcId="{17B3F0F6-AE8E-41C5-92D1-1630BE87719D}" destId="{83318339-4122-48C7-A381-3EBCCE8B0845}" srcOrd="3" destOrd="0" presId="urn:microsoft.com/office/officeart/2016/7/layout/VerticalSolidActionList"/>
    <dgm:cxn modelId="{8FCEA5C7-8093-469A-8B5A-F3162FEF6F98}" type="presParOf" srcId="{17B3F0F6-AE8E-41C5-92D1-1630BE87719D}" destId="{3880DF5A-E40C-4477-9B17-8F9D67D66DDC}" srcOrd="4" destOrd="0" presId="urn:microsoft.com/office/officeart/2016/7/layout/VerticalSolidActionList"/>
    <dgm:cxn modelId="{6699FD7C-35AC-4F03-AD96-9C4DA58C89D1}" type="presParOf" srcId="{3880DF5A-E40C-4477-9B17-8F9D67D66DDC}" destId="{73D9EB5E-380F-4700-8B71-4B81163E4F42}" srcOrd="0" destOrd="0" presId="urn:microsoft.com/office/officeart/2016/7/layout/VerticalSolidActionList"/>
    <dgm:cxn modelId="{4B6CA440-F814-4EE7-8C86-8897423332D9}" type="presParOf" srcId="{3880DF5A-E40C-4477-9B17-8F9D67D66DDC}" destId="{7276C5EF-3B88-44AB-B975-5B163EA3FE04}" srcOrd="1" destOrd="0" presId="urn:microsoft.com/office/officeart/2016/7/layout/VerticalSolidActionList"/>
    <dgm:cxn modelId="{CD1F84E4-561D-4268-8677-F2AE0EEB21E8}" type="presParOf" srcId="{17B3F0F6-AE8E-41C5-92D1-1630BE87719D}" destId="{23B6CF29-A958-4CA2-B61D-662AEE10E85B}" srcOrd="5" destOrd="0" presId="urn:microsoft.com/office/officeart/2016/7/layout/VerticalSolidActionList"/>
    <dgm:cxn modelId="{B609B87D-B247-413C-BD83-62DBFD26CDA4}" type="presParOf" srcId="{17B3F0F6-AE8E-41C5-92D1-1630BE87719D}" destId="{91F28B1E-543B-4297-AFAA-42179C70AF95}" srcOrd="6" destOrd="0" presId="urn:microsoft.com/office/officeart/2016/7/layout/VerticalSolidActionList"/>
    <dgm:cxn modelId="{74CDD091-9061-442C-BC6E-4DB5EE5D1AA2}" type="presParOf" srcId="{91F28B1E-543B-4297-AFAA-42179C70AF95}" destId="{30A31D78-6402-4483-8A37-F4928368B165}" srcOrd="0" destOrd="0" presId="urn:microsoft.com/office/officeart/2016/7/layout/VerticalSolidActionList"/>
    <dgm:cxn modelId="{7A196FE1-085F-4D43-815F-27B8BC54CC6F}" type="presParOf" srcId="{91F28B1E-543B-4297-AFAA-42179C70AF95}" destId="{CE61F6D5-D867-40CF-AE75-055F19436323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D9EC8F0-3DD0-49E6-8D6B-97F88FB464C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C3FF8E-6344-4C74-B26A-3022454FEE4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Dry cleaning services for specific items that need more </a:t>
          </a:r>
          <a:r>
            <a:rPr lang="en-US" sz="1800" b="1"/>
            <a:t>specific handling</a:t>
          </a:r>
          <a:r>
            <a:rPr lang="en-US" sz="1800"/>
            <a:t> in comparison to everyday clothing.</a:t>
          </a:r>
        </a:p>
      </dgm:t>
    </dgm:pt>
    <dgm:pt modelId="{E7423CB8-13EF-45C4-B54F-108FCFC64EBB}" type="parTrans" cxnId="{BFD84DA4-8FDC-4DC5-9FE1-6244CEE1E096}">
      <dgm:prSet/>
      <dgm:spPr/>
      <dgm:t>
        <a:bodyPr/>
        <a:lstStyle/>
        <a:p>
          <a:endParaRPr lang="en-US"/>
        </a:p>
      </dgm:t>
    </dgm:pt>
    <dgm:pt modelId="{9AFA6E2A-1B83-498D-AFDA-AF33B67243BE}" type="sibTrans" cxnId="{BFD84DA4-8FDC-4DC5-9FE1-6244CEE1E096}">
      <dgm:prSet/>
      <dgm:spPr/>
      <dgm:t>
        <a:bodyPr/>
        <a:lstStyle/>
        <a:p>
          <a:endParaRPr lang="en-US"/>
        </a:p>
      </dgm:t>
    </dgm:pt>
    <dgm:pt modelId="{7716B9DE-41F8-40DF-8FE0-27DCE5B6441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Students are unable to clean certain items with dorm laundry machines.</a:t>
          </a:r>
        </a:p>
      </dgm:t>
    </dgm:pt>
    <dgm:pt modelId="{BB6C4DFA-25B8-476A-A258-C05AD41AAF8E}" type="parTrans" cxnId="{CD1E527D-0026-4F85-A3BB-9F4B7490ED0E}">
      <dgm:prSet/>
      <dgm:spPr/>
      <dgm:t>
        <a:bodyPr/>
        <a:lstStyle/>
        <a:p>
          <a:endParaRPr lang="en-US"/>
        </a:p>
      </dgm:t>
    </dgm:pt>
    <dgm:pt modelId="{39425360-BA84-4615-8F37-2AC94E965459}" type="sibTrans" cxnId="{CD1E527D-0026-4F85-A3BB-9F4B7490ED0E}">
      <dgm:prSet/>
      <dgm:spPr/>
      <dgm:t>
        <a:bodyPr/>
        <a:lstStyle/>
        <a:p>
          <a:endParaRPr lang="en-US"/>
        </a:p>
      </dgm:t>
    </dgm:pt>
    <dgm:pt modelId="{7A75D91E-79C1-4D18-A69D-FC866CDBD5E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/>
            <a:t>Ex. Formal suits/dresses, lab coats, large winter coats, formal dresses</a:t>
          </a:r>
        </a:p>
      </dgm:t>
    </dgm:pt>
    <dgm:pt modelId="{31F35019-5188-4B2C-83DD-ABA0015F9B2A}" type="parTrans" cxnId="{74DED0FE-EC00-49F8-A0AD-1E0400DC2252}">
      <dgm:prSet/>
      <dgm:spPr/>
      <dgm:t>
        <a:bodyPr/>
        <a:lstStyle/>
        <a:p>
          <a:endParaRPr lang="en-US"/>
        </a:p>
      </dgm:t>
    </dgm:pt>
    <dgm:pt modelId="{10C0640A-E136-484B-8B02-92FAC65231FA}" type="sibTrans" cxnId="{74DED0FE-EC00-49F8-A0AD-1E0400DC2252}">
      <dgm:prSet/>
      <dgm:spPr/>
      <dgm:t>
        <a:bodyPr/>
        <a:lstStyle/>
        <a:p>
          <a:endParaRPr lang="en-US"/>
        </a:p>
      </dgm:t>
    </dgm:pt>
    <dgm:pt modelId="{3E4F85E0-95C6-4C59-8FD9-2347CBDC131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Providing this additional service </a:t>
          </a:r>
          <a:r>
            <a:rPr lang="en-US" sz="1800" b="1"/>
            <a:t>attracts a wider range of students </a:t>
          </a:r>
          <a:r>
            <a:rPr lang="en-US" sz="1800"/>
            <a:t>and increases convenience for students. </a:t>
          </a:r>
        </a:p>
      </dgm:t>
    </dgm:pt>
    <dgm:pt modelId="{0DEFE579-4D5A-4F66-9138-84183C821AAC}" type="parTrans" cxnId="{30E3E3E1-CC3D-49E0-A42A-0F7719E2B87E}">
      <dgm:prSet/>
      <dgm:spPr/>
      <dgm:t>
        <a:bodyPr/>
        <a:lstStyle/>
        <a:p>
          <a:endParaRPr lang="en-US"/>
        </a:p>
      </dgm:t>
    </dgm:pt>
    <dgm:pt modelId="{DDAF6645-4A25-4DE6-B7F7-B91BF243BB18}" type="sibTrans" cxnId="{30E3E3E1-CC3D-49E0-A42A-0F7719E2B87E}">
      <dgm:prSet/>
      <dgm:spPr/>
      <dgm:t>
        <a:bodyPr/>
        <a:lstStyle/>
        <a:p>
          <a:endParaRPr lang="en-US"/>
        </a:p>
      </dgm:t>
    </dgm:pt>
    <dgm:pt modelId="{416861A1-EC52-4A4B-BCCC-EACBCB33FC1C}" type="pres">
      <dgm:prSet presAssocID="{2D9EC8F0-3DD0-49E6-8D6B-97F88FB464C0}" presName="root" presStyleCnt="0">
        <dgm:presLayoutVars>
          <dgm:dir/>
          <dgm:resizeHandles val="exact"/>
        </dgm:presLayoutVars>
      </dgm:prSet>
      <dgm:spPr/>
    </dgm:pt>
    <dgm:pt modelId="{1DEB450C-B37C-40D7-867E-3017AE40F45D}" type="pres">
      <dgm:prSet presAssocID="{81C3FF8E-6344-4C74-B26A-3022454FEE4D}" presName="compNode" presStyleCnt="0"/>
      <dgm:spPr/>
    </dgm:pt>
    <dgm:pt modelId="{B2E66E79-E15E-4049-B109-B7AB802378BB}" type="pres">
      <dgm:prSet presAssocID="{81C3FF8E-6344-4C74-B26A-3022454FEE4D}" presName="bgRect" presStyleLbl="bgShp" presStyleIdx="0" presStyleCnt="3"/>
      <dgm:spPr/>
    </dgm:pt>
    <dgm:pt modelId="{6C4EDDE9-ECE1-4E2E-BA0C-19233598925B}" type="pres">
      <dgm:prSet presAssocID="{81C3FF8E-6344-4C74-B26A-3022454FEE4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wel"/>
        </a:ext>
      </dgm:extLst>
    </dgm:pt>
    <dgm:pt modelId="{EA66161E-5B3C-46EC-90FB-012FC2665948}" type="pres">
      <dgm:prSet presAssocID="{81C3FF8E-6344-4C74-B26A-3022454FEE4D}" presName="spaceRect" presStyleCnt="0"/>
      <dgm:spPr/>
    </dgm:pt>
    <dgm:pt modelId="{414524C2-1341-4397-8DE0-ED01B589CB1C}" type="pres">
      <dgm:prSet presAssocID="{81C3FF8E-6344-4C74-B26A-3022454FEE4D}" presName="parTx" presStyleLbl="revTx" presStyleIdx="0" presStyleCnt="4">
        <dgm:presLayoutVars>
          <dgm:chMax val="0"/>
          <dgm:chPref val="0"/>
        </dgm:presLayoutVars>
      </dgm:prSet>
      <dgm:spPr/>
    </dgm:pt>
    <dgm:pt modelId="{28E9E171-1723-4546-93C3-E2E1DF0AB539}" type="pres">
      <dgm:prSet presAssocID="{9AFA6E2A-1B83-498D-AFDA-AF33B67243BE}" presName="sibTrans" presStyleCnt="0"/>
      <dgm:spPr/>
    </dgm:pt>
    <dgm:pt modelId="{CE96BB6A-F295-4553-8F95-362B05108E4F}" type="pres">
      <dgm:prSet presAssocID="{7716B9DE-41F8-40DF-8FE0-27DCE5B6441D}" presName="compNode" presStyleCnt="0"/>
      <dgm:spPr/>
    </dgm:pt>
    <dgm:pt modelId="{AD63D832-669A-4552-856F-A4DB05935FE3}" type="pres">
      <dgm:prSet presAssocID="{7716B9DE-41F8-40DF-8FE0-27DCE5B6441D}" presName="bgRect" presStyleLbl="bgShp" presStyleIdx="1" presStyleCnt="3"/>
      <dgm:spPr/>
    </dgm:pt>
    <dgm:pt modelId="{34D89F0B-C61E-404B-9BAE-23BF46B7CAE3}" type="pres">
      <dgm:prSet presAssocID="{7716B9DE-41F8-40DF-8FE0-27DCE5B6441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it"/>
        </a:ext>
      </dgm:extLst>
    </dgm:pt>
    <dgm:pt modelId="{C68D68AC-1077-4DA4-8983-3A0A4DD111B6}" type="pres">
      <dgm:prSet presAssocID="{7716B9DE-41F8-40DF-8FE0-27DCE5B6441D}" presName="spaceRect" presStyleCnt="0"/>
      <dgm:spPr/>
    </dgm:pt>
    <dgm:pt modelId="{D74022D3-6462-4A3E-B414-4EE1C8483A6B}" type="pres">
      <dgm:prSet presAssocID="{7716B9DE-41F8-40DF-8FE0-27DCE5B6441D}" presName="parTx" presStyleLbl="revTx" presStyleIdx="1" presStyleCnt="4">
        <dgm:presLayoutVars>
          <dgm:chMax val="0"/>
          <dgm:chPref val="0"/>
        </dgm:presLayoutVars>
      </dgm:prSet>
      <dgm:spPr/>
    </dgm:pt>
    <dgm:pt modelId="{6412590A-9468-474A-BAF9-6A3017DBD4DD}" type="pres">
      <dgm:prSet presAssocID="{7716B9DE-41F8-40DF-8FE0-27DCE5B6441D}" presName="desTx" presStyleLbl="revTx" presStyleIdx="2" presStyleCnt="4">
        <dgm:presLayoutVars/>
      </dgm:prSet>
      <dgm:spPr/>
    </dgm:pt>
    <dgm:pt modelId="{49129929-B53D-4B86-B391-BBA64A0F76ED}" type="pres">
      <dgm:prSet presAssocID="{39425360-BA84-4615-8F37-2AC94E965459}" presName="sibTrans" presStyleCnt="0"/>
      <dgm:spPr/>
    </dgm:pt>
    <dgm:pt modelId="{68956453-D479-4F5B-BADD-730F105FCD0D}" type="pres">
      <dgm:prSet presAssocID="{3E4F85E0-95C6-4C59-8FD9-2347CBDC1314}" presName="compNode" presStyleCnt="0"/>
      <dgm:spPr/>
    </dgm:pt>
    <dgm:pt modelId="{420565F3-7148-4E46-9411-BB4DE76C4B11}" type="pres">
      <dgm:prSet presAssocID="{3E4F85E0-95C6-4C59-8FD9-2347CBDC1314}" presName="bgRect" presStyleLbl="bgShp" presStyleIdx="2" presStyleCnt="3"/>
      <dgm:spPr/>
    </dgm:pt>
    <dgm:pt modelId="{10647305-46C6-40D3-B986-04D786CEF678}" type="pres">
      <dgm:prSet presAssocID="{3E4F85E0-95C6-4C59-8FD9-2347CBDC131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222A971F-16DF-404D-AE87-2651E55E1D1A}" type="pres">
      <dgm:prSet presAssocID="{3E4F85E0-95C6-4C59-8FD9-2347CBDC1314}" presName="spaceRect" presStyleCnt="0"/>
      <dgm:spPr/>
    </dgm:pt>
    <dgm:pt modelId="{4351E6AC-DAF6-4689-AC5A-6973566D4803}" type="pres">
      <dgm:prSet presAssocID="{3E4F85E0-95C6-4C59-8FD9-2347CBDC131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7BBF912-F318-4EE5-997F-75717416B925}" type="presOf" srcId="{3E4F85E0-95C6-4C59-8FD9-2347CBDC1314}" destId="{4351E6AC-DAF6-4689-AC5A-6973566D4803}" srcOrd="0" destOrd="0" presId="urn:microsoft.com/office/officeart/2018/2/layout/IconVerticalSolidList"/>
    <dgm:cxn modelId="{3E721455-F5DD-43FC-82A0-A54F5D6ABA15}" type="presOf" srcId="{7A75D91E-79C1-4D18-A69D-FC866CDBD5E8}" destId="{6412590A-9468-474A-BAF9-6A3017DBD4DD}" srcOrd="0" destOrd="0" presId="urn:microsoft.com/office/officeart/2018/2/layout/IconVerticalSolidList"/>
    <dgm:cxn modelId="{17D26471-EC02-492B-82B9-E4FC07F25F85}" type="presOf" srcId="{81C3FF8E-6344-4C74-B26A-3022454FEE4D}" destId="{414524C2-1341-4397-8DE0-ED01B589CB1C}" srcOrd="0" destOrd="0" presId="urn:microsoft.com/office/officeart/2018/2/layout/IconVerticalSolidList"/>
    <dgm:cxn modelId="{0C3D257C-D8C8-45D0-BC80-AF6CD0D2B053}" type="presOf" srcId="{7716B9DE-41F8-40DF-8FE0-27DCE5B6441D}" destId="{D74022D3-6462-4A3E-B414-4EE1C8483A6B}" srcOrd="0" destOrd="0" presId="urn:microsoft.com/office/officeart/2018/2/layout/IconVerticalSolidList"/>
    <dgm:cxn modelId="{CD1E527D-0026-4F85-A3BB-9F4B7490ED0E}" srcId="{2D9EC8F0-3DD0-49E6-8D6B-97F88FB464C0}" destId="{7716B9DE-41F8-40DF-8FE0-27DCE5B6441D}" srcOrd="1" destOrd="0" parTransId="{BB6C4DFA-25B8-476A-A258-C05AD41AAF8E}" sibTransId="{39425360-BA84-4615-8F37-2AC94E965459}"/>
    <dgm:cxn modelId="{7BE22C87-5C8D-4B80-B316-72E53492D239}" type="presOf" srcId="{2D9EC8F0-3DD0-49E6-8D6B-97F88FB464C0}" destId="{416861A1-EC52-4A4B-BCCC-EACBCB33FC1C}" srcOrd="0" destOrd="0" presId="urn:microsoft.com/office/officeart/2018/2/layout/IconVerticalSolidList"/>
    <dgm:cxn modelId="{BFD84DA4-8FDC-4DC5-9FE1-6244CEE1E096}" srcId="{2D9EC8F0-3DD0-49E6-8D6B-97F88FB464C0}" destId="{81C3FF8E-6344-4C74-B26A-3022454FEE4D}" srcOrd="0" destOrd="0" parTransId="{E7423CB8-13EF-45C4-B54F-108FCFC64EBB}" sibTransId="{9AFA6E2A-1B83-498D-AFDA-AF33B67243BE}"/>
    <dgm:cxn modelId="{30E3E3E1-CC3D-49E0-A42A-0F7719E2B87E}" srcId="{2D9EC8F0-3DD0-49E6-8D6B-97F88FB464C0}" destId="{3E4F85E0-95C6-4C59-8FD9-2347CBDC1314}" srcOrd="2" destOrd="0" parTransId="{0DEFE579-4D5A-4F66-9138-84183C821AAC}" sibTransId="{DDAF6645-4A25-4DE6-B7F7-B91BF243BB18}"/>
    <dgm:cxn modelId="{74DED0FE-EC00-49F8-A0AD-1E0400DC2252}" srcId="{7716B9DE-41F8-40DF-8FE0-27DCE5B6441D}" destId="{7A75D91E-79C1-4D18-A69D-FC866CDBD5E8}" srcOrd="0" destOrd="0" parTransId="{31F35019-5188-4B2C-83DD-ABA0015F9B2A}" sibTransId="{10C0640A-E136-484B-8B02-92FAC65231FA}"/>
    <dgm:cxn modelId="{8018D94D-3E2A-49E5-9954-C0A2FC92FE78}" type="presParOf" srcId="{416861A1-EC52-4A4B-BCCC-EACBCB33FC1C}" destId="{1DEB450C-B37C-40D7-867E-3017AE40F45D}" srcOrd="0" destOrd="0" presId="urn:microsoft.com/office/officeart/2018/2/layout/IconVerticalSolidList"/>
    <dgm:cxn modelId="{B7B10317-4FFF-4CD5-827C-ACF9126C7292}" type="presParOf" srcId="{1DEB450C-B37C-40D7-867E-3017AE40F45D}" destId="{B2E66E79-E15E-4049-B109-B7AB802378BB}" srcOrd="0" destOrd="0" presId="urn:microsoft.com/office/officeart/2018/2/layout/IconVerticalSolidList"/>
    <dgm:cxn modelId="{618F5D02-2482-48FA-A6B9-E8D7193FF8A4}" type="presParOf" srcId="{1DEB450C-B37C-40D7-867E-3017AE40F45D}" destId="{6C4EDDE9-ECE1-4E2E-BA0C-19233598925B}" srcOrd="1" destOrd="0" presId="urn:microsoft.com/office/officeart/2018/2/layout/IconVerticalSolidList"/>
    <dgm:cxn modelId="{1342E6B3-5503-4B8C-95BB-794282856E4B}" type="presParOf" srcId="{1DEB450C-B37C-40D7-867E-3017AE40F45D}" destId="{EA66161E-5B3C-46EC-90FB-012FC2665948}" srcOrd="2" destOrd="0" presId="urn:microsoft.com/office/officeart/2018/2/layout/IconVerticalSolidList"/>
    <dgm:cxn modelId="{1049482E-2865-4E77-92F0-15D1FD62EBB5}" type="presParOf" srcId="{1DEB450C-B37C-40D7-867E-3017AE40F45D}" destId="{414524C2-1341-4397-8DE0-ED01B589CB1C}" srcOrd="3" destOrd="0" presId="urn:microsoft.com/office/officeart/2018/2/layout/IconVerticalSolidList"/>
    <dgm:cxn modelId="{762BE235-075B-4EA4-829C-AD9D9B45E513}" type="presParOf" srcId="{416861A1-EC52-4A4B-BCCC-EACBCB33FC1C}" destId="{28E9E171-1723-4546-93C3-E2E1DF0AB539}" srcOrd="1" destOrd="0" presId="urn:microsoft.com/office/officeart/2018/2/layout/IconVerticalSolidList"/>
    <dgm:cxn modelId="{1EED2D88-2BB4-4905-A2DE-64FD94344AA6}" type="presParOf" srcId="{416861A1-EC52-4A4B-BCCC-EACBCB33FC1C}" destId="{CE96BB6A-F295-4553-8F95-362B05108E4F}" srcOrd="2" destOrd="0" presId="urn:microsoft.com/office/officeart/2018/2/layout/IconVerticalSolidList"/>
    <dgm:cxn modelId="{6470FD5A-7639-4DA5-B248-7F99604BE5E1}" type="presParOf" srcId="{CE96BB6A-F295-4553-8F95-362B05108E4F}" destId="{AD63D832-669A-4552-856F-A4DB05935FE3}" srcOrd="0" destOrd="0" presId="urn:microsoft.com/office/officeart/2018/2/layout/IconVerticalSolidList"/>
    <dgm:cxn modelId="{A70D813D-E20C-4B4C-84C3-2DEC28182851}" type="presParOf" srcId="{CE96BB6A-F295-4553-8F95-362B05108E4F}" destId="{34D89F0B-C61E-404B-9BAE-23BF46B7CAE3}" srcOrd="1" destOrd="0" presId="urn:microsoft.com/office/officeart/2018/2/layout/IconVerticalSolidList"/>
    <dgm:cxn modelId="{0CF3AE19-AABD-4C5E-B625-E8A5054F7FCD}" type="presParOf" srcId="{CE96BB6A-F295-4553-8F95-362B05108E4F}" destId="{C68D68AC-1077-4DA4-8983-3A0A4DD111B6}" srcOrd="2" destOrd="0" presId="urn:microsoft.com/office/officeart/2018/2/layout/IconVerticalSolidList"/>
    <dgm:cxn modelId="{5D871124-9913-4D5F-9B7A-F989F43B8BA0}" type="presParOf" srcId="{CE96BB6A-F295-4553-8F95-362B05108E4F}" destId="{D74022D3-6462-4A3E-B414-4EE1C8483A6B}" srcOrd="3" destOrd="0" presId="urn:microsoft.com/office/officeart/2018/2/layout/IconVerticalSolidList"/>
    <dgm:cxn modelId="{F6DB74F3-5093-43A0-8BA9-081ED813848A}" type="presParOf" srcId="{CE96BB6A-F295-4553-8F95-362B05108E4F}" destId="{6412590A-9468-474A-BAF9-6A3017DBD4DD}" srcOrd="4" destOrd="0" presId="urn:microsoft.com/office/officeart/2018/2/layout/IconVerticalSolidList"/>
    <dgm:cxn modelId="{EA9DB5DD-95CE-4D07-9420-195F237E0BAC}" type="presParOf" srcId="{416861A1-EC52-4A4B-BCCC-EACBCB33FC1C}" destId="{49129929-B53D-4B86-B391-BBA64A0F76ED}" srcOrd="3" destOrd="0" presId="urn:microsoft.com/office/officeart/2018/2/layout/IconVerticalSolidList"/>
    <dgm:cxn modelId="{FFA0DBD1-B149-4793-944A-A8578D8535ED}" type="presParOf" srcId="{416861A1-EC52-4A4B-BCCC-EACBCB33FC1C}" destId="{68956453-D479-4F5B-BADD-730F105FCD0D}" srcOrd="4" destOrd="0" presId="urn:microsoft.com/office/officeart/2018/2/layout/IconVerticalSolidList"/>
    <dgm:cxn modelId="{AAA4C266-8887-4684-9357-C9D4549BF465}" type="presParOf" srcId="{68956453-D479-4F5B-BADD-730F105FCD0D}" destId="{420565F3-7148-4E46-9411-BB4DE76C4B11}" srcOrd="0" destOrd="0" presId="urn:microsoft.com/office/officeart/2018/2/layout/IconVerticalSolidList"/>
    <dgm:cxn modelId="{010E4833-E82B-4945-9956-76A9F6DD4513}" type="presParOf" srcId="{68956453-D479-4F5B-BADD-730F105FCD0D}" destId="{10647305-46C6-40D3-B986-04D786CEF678}" srcOrd="1" destOrd="0" presId="urn:microsoft.com/office/officeart/2018/2/layout/IconVerticalSolidList"/>
    <dgm:cxn modelId="{79A031AF-97D3-4ED6-B22B-69E711D82F86}" type="presParOf" srcId="{68956453-D479-4F5B-BADD-730F105FCD0D}" destId="{222A971F-16DF-404D-AE87-2651E55E1D1A}" srcOrd="2" destOrd="0" presId="urn:microsoft.com/office/officeart/2018/2/layout/IconVerticalSolidList"/>
    <dgm:cxn modelId="{B974EBA7-84E5-4ED0-AE04-705EF51C4241}" type="presParOf" srcId="{68956453-D479-4F5B-BADD-730F105FCD0D}" destId="{4351E6AC-DAF6-4689-AC5A-6973566D480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2F0316F-C7B4-4A15-A5B9-0EA4A67C133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47FFD53-EA6C-49EC-A107-A5796E06FE71}">
      <dgm:prSet/>
      <dgm:spPr/>
      <dgm:t>
        <a:bodyPr/>
        <a:lstStyle/>
        <a:p>
          <a:pPr rtl="0"/>
          <a:r>
            <a:rPr lang="en-US"/>
            <a:t>National Expansion Decision</a:t>
          </a:r>
          <a:endParaRPr lang="en-US">
            <a:latin typeface="Corbel" panose="020B0503020204020204"/>
          </a:endParaRPr>
        </a:p>
      </dgm:t>
    </dgm:pt>
    <dgm:pt modelId="{0D38F001-A9E3-47E1-B496-4D3A41CBD43E}" type="parTrans" cxnId="{A2E8C916-179A-4F56-B3DE-E9AC5F43421A}">
      <dgm:prSet/>
      <dgm:spPr/>
      <dgm:t>
        <a:bodyPr/>
        <a:lstStyle/>
        <a:p>
          <a:endParaRPr lang="en-US"/>
        </a:p>
      </dgm:t>
    </dgm:pt>
    <dgm:pt modelId="{38D9EB97-FCAA-44E2-9731-601AF3CC6A01}" type="sibTrans" cxnId="{A2E8C916-179A-4F56-B3DE-E9AC5F43421A}">
      <dgm:prSet/>
      <dgm:spPr/>
      <dgm:t>
        <a:bodyPr/>
        <a:lstStyle/>
        <a:p>
          <a:endParaRPr lang="en-US"/>
        </a:p>
      </dgm:t>
    </dgm:pt>
    <dgm:pt modelId="{5B314E72-0183-4C98-ACFB-6DDC6FD243F9}">
      <dgm:prSet/>
      <dgm:spPr/>
      <dgm:t>
        <a:bodyPr/>
        <a:lstStyle/>
        <a:p>
          <a:r>
            <a:rPr lang="en-US"/>
            <a:t>Rationale for Decision</a:t>
          </a:r>
        </a:p>
      </dgm:t>
    </dgm:pt>
    <dgm:pt modelId="{B5430D5C-0DD3-49D9-A8AA-664E59CE647F}" type="parTrans" cxnId="{E4AD32A3-0E53-4CCD-8314-351BBD93AB6E}">
      <dgm:prSet/>
      <dgm:spPr/>
      <dgm:t>
        <a:bodyPr/>
        <a:lstStyle/>
        <a:p>
          <a:endParaRPr lang="en-US"/>
        </a:p>
      </dgm:t>
    </dgm:pt>
    <dgm:pt modelId="{827DBA21-3D73-4113-A02F-01DDA2489A81}" type="sibTrans" cxnId="{E4AD32A3-0E53-4CCD-8314-351BBD93AB6E}">
      <dgm:prSet/>
      <dgm:spPr/>
      <dgm:t>
        <a:bodyPr/>
        <a:lstStyle/>
        <a:p>
          <a:endParaRPr lang="en-US"/>
        </a:p>
      </dgm:t>
    </dgm:pt>
    <dgm:pt modelId="{7AA72DC4-86ED-4D83-AA5B-1966266E42EE}">
      <dgm:prSet custT="1"/>
      <dgm:spPr/>
      <dgm:t>
        <a:bodyPr/>
        <a:lstStyle/>
        <a:p>
          <a:r>
            <a:rPr lang="en-US" sz="1800" dirty="0"/>
            <a:t>Our business is based on college students </a:t>
          </a:r>
        </a:p>
      </dgm:t>
    </dgm:pt>
    <dgm:pt modelId="{180A56A0-073F-44C5-941A-D562080C8887}" type="parTrans" cxnId="{5C8FBF6F-1645-4BEB-A306-639DEB479F76}">
      <dgm:prSet/>
      <dgm:spPr/>
      <dgm:t>
        <a:bodyPr/>
        <a:lstStyle/>
        <a:p>
          <a:endParaRPr lang="en-US"/>
        </a:p>
      </dgm:t>
    </dgm:pt>
    <dgm:pt modelId="{3B1E77DF-F17C-4118-9CF9-04528C55EE2F}" type="sibTrans" cxnId="{5C8FBF6F-1645-4BEB-A306-639DEB479F76}">
      <dgm:prSet/>
      <dgm:spPr/>
      <dgm:t>
        <a:bodyPr/>
        <a:lstStyle/>
        <a:p>
          <a:endParaRPr lang="en-US"/>
        </a:p>
      </dgm:t>
    </dgm:pt>
    <dgm:pt modelId="{03CA0C98-F0FA-4D33-B204-45ED5678D0FF}">
      <dgm:prSet custT="1"/>
      <dgm:spPr/>
      <dgm:t>
        <a:bodyPr/>
        <a:lstStyle/>
        <a:p>
          <a:r>
            <a:rPr lang="en-US" sz="1800" dirty="0"/>
            <a:t>Great number of universities and colleges throughout the country</a:t>
          </a:r>
        </a:p>
      </dgm:t>
    </dgm:pt>
    <dgm:pt modelId="{4EE97FA1-1A45-4EFE-B900-76DB385684F4}" type="parTrans" cxnId="{A10576FC-A001-4A33-B1E0-3A90DC9DEF35}">
      <dgm:prSet/>
      <dgm:spPr/>
      <dgm:t>
        <a:bodyPr/>
        <a:lstStyle/>
        <a:p>
          <a:endParaRPr lang="en-US"/>
        </a:p>
      </dgm:t>
    </dgm:pt>
    <dgm:pt modelId="{F1EF1AA0-F569-420C-A561-79D23EF52A69}" type="sibTrans" cxnId="{A10576FC-A001-4A33-B1E0-3A90DC9DEF35}">
      <dgm:prSet/>
      <dgm:spPr/>
      <dgm:t>
        <a:bodyPr/>
        <a:lstStyle/>
        <a:p>
          <a:endParaRPr lang="en-US"/>
        </a:p>
      </dgm:t>
    </dgm:pt>
    <dgm:pt modelId="{1C50BD50-5911-4A00-AD14-FDAFC4EEB1BA}">
      <dgm:prSet custT="1"/>
      <dgm:spPr/>
      <dgm:t>
        <a:bodyPr/>
        <a:lstStyle/>
        <a:p>
          <a:r>
            <a:rPr lang="en-US" sz="1800" dirty="0"/>
            <a:t>Allows our business to expand into other college campuses like Rutgers</a:t>
          </a:r>
        </a:p>
      </dgm:t>
    </dgm:pt>
    <dgm:pt modelId="{A19C6E26-39BF-48CE-A6F9-B8EC9D325482}" type="parTrans" cxnId="{F1A1B496-D14B-4800-BDA5-AC819E17E832}">
      <dgm:prSet/>
      <dgm:spPr/>
      <dgm:t>
        <a:bodyPr/>
        <a:lstStyle/>
        <a:p>
          <a:endParaRPr lang="en-US"/>
        </a:p>
      </dgm:t>
    </dgm:pt>
    <dgm:pt modelId="{C0671803-F8F1-4701-A81E-ACE9B748F5EC}" type="sibTrans" cxnId="{F1A1B496-D14B-4800-BDA5-AC819E17E832}">
      <dgm:prSet/>
      <dgm:spPr/>
      <dgm:t>
        <a:bodyPr/>
        <a:lstStyle/>
        <a:p>
          <a:endParaRPr lang="en-US"/>
        </a:p>
      </dgm:t>
    </dgm:pt>
    <dgm:pt modelId="{203B44C3-8FA4-4591-BE31-A16AD6156CC9}">
      <dgm:prSet/>
      <dgm:spPr/>
      <dgm:t>
        <a:bodyPr/>
        <a:lstStyle/>
        <a:p>
          <a:r>
            <a:rPr lang="en-US" dirty="0"/>
            <a:t>Approach: Franchising</a:t>
          </a:r>
        </a:p>
      </dgm:t>
    </dgm:pt>
    <dgm:pt modelId="{0A9827E3-AC0A-4F30-B6C7-B8739C00D300}" type="parTrans" cxnId="{B2DC112F-9CDF-4770-B022-15AE0005FCAD}">
      <dgm:prSet/>
      <dgm:spPr/>
      <dgm:t>
        <a:bodyPr/>
        <a:lstStyle/>
        <a:p>
          <a:endParaRPr lang="en-US"/>
        </a:p>
      </dgm:t>
    </dgm:pt>
    <dgm:pt modelId="{729B66EA-3B41-4588-AB97-B51759C4A8A7}" type="sibTrans" cxnId="{B2DC112F-9CDF-4770-B022-15AE0005FCAD}">
      <dgm:prSet/>
      <dgm:spPr/>
      <dgm:t>
        <a:bodyPr/>
        <a:lstStyle/>
        <a:p>
          <a:endParaRPr lang="en-US"/>
        </a:p>
      </dgm:t>
    </dgm:pt>
    <dgm:pt modelId="{5E2A0D4B-49D9-4C5D-AE1C-5C7A64DDC1C1}">
      <dgm:prSet/>
      <dgm:spPr/>
      <dgm:t>
        <a:bodyPr/>
        <a:lstStyle/>
        <a:p>
          <a:r>
            <a:rPr lang="en-US"/>
            <a:t>Rationale for Approach</a:t>
          </a:r>
        </a:p>
      </dgm:t>
    </dgm:pt>
    <dgm:pt modelId="{8FE8C3E7-4C34-4C88-AD93-C10547BA9164}" type="parTrans" cxnId="{2A745471-41ED-4254-8632-999D5D92AD3A}">
      <dgm:prSet/>
      <dgm:spPr/>
      <dgm:t>
        <a:bodyPr/>
        <a:lstStyle/>
        <a:p>
          <a:endParaRPr lang="en-US"/>
        </a:p>
      </dgm:t>
    </dgm:pt>
    <dgm:pt modelId="{9E062446-C8B2-4DC6-8B91-828013DF67FC}" type="sibTrans" cxnId="{2A745471-41ED-4254-8632-999D5D92AD3A}">
      <dgm:prSet/>
      <dgm:spPr/>
      <dgm:t>
        <a:bodyPr/>
        <a:lstStyle/>
        <a:p>
          <a:endParaRPr lang="en-US"/>
        </a:p>
      </dgm:t>
    </dgm:pt>
    <dgm:pt modelId="{D15661B1-761E-41C3-A8F3-5462AE897727}">
      <dgm:prSet custT="1"/>
      <dgm:spPr/>
      <dgm:t>
        <a:bodyPr/>
        <a:lstStyle/>
        <a:p>
          <a:r>
            <a:rPr lang="en-US" sz="1800" dirty="0">
              <a:solidFill>
                <a:srgbClr val="000000"/>
              </a:solidFill>
            </a:rPr>
            <a:t>Franchising lets Student Suds grow fast with less financial risk </a:t>
          </a:r>
        </a:p>
      </dgm:t>
    </dgm:pt>
    <dgm:pt modelId="{DB47147F-C357-46D5-9825-926E990E3CCA}" type="parTrans" cxnId="{8AB44BAA-CFD8-4F74-B3D4-C2BD2B5D6AA3}">
      <dgm:prSet/>
      <dgm:spPr/>
      <dgm:t>
        <a:bodyPr/>
        <a:lstStyle/>
        <a:p>
          <a:endParaRPr lang="en-US"/>
        </a:p>
      </dgm:t>
    </dgm:pt>
    <dgm:pt modelId="{44170931-2CEF-449C-855E-1E816EDCD83B}" type="sibTrans" cxnId="{8AB44BAA-CFD8-4F74-B3D4-C2BD2B5D6AA3}">
      <dgm:prSet/>
      <dgm:spPr/>
      <dgm:t>
        <a:bodyPr/>
        <a:lstStyle/>
        <a:p>
          <a:endParaRPr lang="en-US"/>
        </a:p>
      </dgm:t>
    </dgm:pt>
    <dgm:pt modelId="{0BF3EB97-12CA-47BF-A0DF-2EEF089F939A}">
      <dgm:prSet phldr="0" custT="1"/>
      <dgm:spPr/>
      <dgm:t>
        <a:bodyPr/>
        <a:lstStyle/>
        <a:p>
          <a:r>
            <a:rPr lang="en-US" sz="1800" dirty="0">
              <a:latin typeface="Corbel" panose="020B0503020204020204"/>
            </a:rPr>
            <a:t>Yes</a:t>
          </a:r>
          <a:endParaRPr lang="en-US" sz="1800" dirty="0"/>
        </a:p>
      </dgm:t>
    </dgm:pt>
    <dgm:pt modelId="{19DE6334-4BC2-4082-A10E-C578826B39B0}" type="parTrans" cxnId="{A7A317F2-C5D9-402B-8180-2D095408C388}">
      <dgm:prSet/>
      <dgm:spPr/>
      <dgm:t>
        <a:bodyPr/>
        <a:lstStyle/>
        <a:p>
          <a:endParaRPr lang="en-US"/>
        </a:p>
      </dgm:t>
    </dgm:pt>
    <dgm:pt modelId="{6FE5D93F-05FE-49C5-8937-A26130943C5C}" type="sibTrans" cxnId="{A7A317F2-C5D9-402B-8180-2D095408C388}">
      <dgm:prSet/>
      <dgm:spPr/>
      <dgm:t>
        <a:bodyPr/>
        <a:lstStyle/>
        <a:p>
          <a:endParaRPr lang="en-US"/>
        </a:p>
      </dgm:t>
    </dgm:pt>
    <dgm:pt modelId="{03DC75F3-6465-4963-B3CC-5C573C4DF0D2}">
      <dgm:prSet custT="1"/>
      <dgm:spPr/>
      <dgm:t>
        <a:bodyPr/>
        <a:lstStyle/>
        <a:p>
          <a:r>
            <a:rPr lang="en-US" sz="1800" dirty="0">
              <a:solidFill>
                <a:srgbClr val="000000"/>
              </a:solidFill>
            </a:rPr>
            <a:t>Local operators bring campus knowledge and accountability.</a:t>
          </a:r>
        </a:p>
      </dgm:t>
    </dgm:pt>
    <dgm:pt modelId="{15B8CD58-E65E-4C92-8220-6E3261ED81FD}" type="sibTrans" cxnId="{5A7D5F5A-6904-4875-8CCF-7B2B345E17A9}">
      <dgm:prSet/>
      <dgm:spPr/>
      <dgm:t>
        <a:bodyPr/>
        <a:lstStyle/>
        <a:p>
          <a:endParaRPr lang="en-US"/>
        </a:p>
      </dgm:t>
    </dgm:pt>
    <dgm:pt modelId="{A9317AC4-FE15-4F0E-8EB8-179018A2F05F}" type="parTrans" cxnId="{5A7D5F5A-6904-4875-8CCF-7B2B345E17A9}">
      <dgm:prSet/>
      <dgm:spPr/>
      <dgm:t>
        <a:bodyPr/>
        <a:lstStyle/>
        <a:p>
          <a:endParaRPr lang="en-US"/>
        </a:p>
      </dgm:t>
    </dgm:pt>
    <dgm:pt modelId="{7A5ED510-7F04-4E10-A7E9-899F36E993D5}">
      <dgm:prSet custT="1"/>
      <dgm:spPr/>
      <dgm:t>
        <a:bodyPr/>
        <a:lstStyle/>
        <a:p>
          <a:r>
            <a:rPr lang="en-US" sz="1800" dirty="0"/>
            <a:t>Enables nationwide growth without requiring large internal resources.</a:t>
          </a:r>
          <a:endParaRPr lang="en-US" sz="1800" dirty="0">
            <a:solidFill>
              <a:srgbClr val="000000"/>
            </a:solidFill>
          </a:endParaRPr>
        </a:p>
      </dgm:t>
    </dgm:pt>
    <dgm:pt modelId="{E61C5605-1F7A-4153-97DC-D6199F8390B1}" type="sibTrans" cxnId="{88550E7A-5CA0-4411-8ACB-915B6A8D01AD}">
      <dgm:prSet/>
      <dgm:spPr/>
      <dgm:t>
        <a:bodyPr/>
        <a:lstStyle/>
        <a:p>
          <a:endParaRPr lang="en-US"/>
        </a:p>
      </dgm:t>
    </dgm:pt>
    <dgm:pt modelId="{9B8840F8-D5BB-49FF-B22B-1F3C494129FB}" type="parTrans" cxnId="{88550E7A-5CA0-4411-8ACB-915B6A8D01AD}">
      <dgm:prSet/>
      <dgm:spPr/>
      <dgm:t>
        <a:bodyPr/>
        <a:lstStyle/>
        <a:p>
          <a:endParaRPr lang="en-US"/>
        </a:p>
      </dgm:t>
    </dgm:pt>
    <dgm:pt modelId="{FBAE5206-04F5-42AF-8F8E-1DF871A74693}">
      <dgm:prSet custT="1"/>
      <dgm:spPr/>
      <dgm:t>
        <a:bodyPr/>
        <a:lstStyle/>
        <a:p>
          <a:r>
            <a:rPr lang="en-US" sz="1800" dirty="0"/>
            <a:t>Training and support from the main company ensure consistent service quality. </a:t>
          </a:r>
          <a:endParaRPr lang="en-US" sz="1800" dirty="0">
            <a:solidFill>
              <a:srgbClr val="000000"/>
            </a:solidFill>
          </a:endParaRPr>
        </a:p>
      </dgm:t>
    </dgm:pt>
    <dgm:pt modelId="{FA5AECB7-A057-4DDE-A9E5-73E42849F646}" type="sibTrans" cxnId="{074E9342-AFE5-4ACA-8903-4A3BC42B198E}">
      <dgm:prSet/>
      <dgm:spPr/>
      <dgm:t>
        <a:bodyPr/>
        <a:lstStyle/>
        <a:p>
          <a:endParaRPr lang="en-US"/>
        </a:p>
      </dgm:t>
    </dgm:pt>
    <dgm:pt modelId="{49BF7659-20F7-4643-BB51-360EB7AD23B7}" type="parTrans" cxnId="{074E9342-AFE5-4ACA-8903-4A3BC42B198E}">
      <dgm:prSet/>
      <dgm:spPr/>
      <dgm:t>
        <a:bodyPr/>
        <a:lstStyle/>
        <a:p>
          <a:endParaRPr lang="en-US"/>
        </a:p>
      </dgm:t>
    </dgm:pt>
    <dgm:pt modelId="{9D2F7AE1-294F-40C3-AEA0-E9AAF34EBC60}" type="pres">
      <dgm:prSet presAssocID="{22F0316F-C7B4-4A15-A5B9-0EA4A67C133A}" presName="linear" presStyleCnt="0">
        <dgm:presLayoutVars>
          <dgm:animLvl val="lvl"/>
          <dgm:resizeHandles val="exact"/>
        </dgm:presLayoutVars>
      </dgm:prSet>
      <dgm:spPr/>
    </dgm:pt>
    <dgm:pt modelId="{9C02F7FE-E0DC-4B05-8FE1-49E0F6595B05}" type="pres">
      <dgm:prSet presAssocID="{A47FFD53-EA6C-49EC-A107-A5796E06FE7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2CB6948-14F3-4AFB-BD3F-99E058B238C5}" type="pres">
      <dgm:prSet presAssocID="{A47FFD53-EA6C-49EC-A107-A5796E06FE71}" presName="childText" presStyleLbl="revTx" presStyleIdx="0" presStyleCnt="3">
        <dgm:presLayoutVars>
          <dgm:bulletEnabled val="1"/>
        </dgm:presLayoutVars>
      </dgm:prSet>
      <dgm:spPr/>
    </dgm:pt>
    <dgm:pt modelId="{73139501-32FA-461A-87FA-3F4800AA763D}" type="pres">
      <dgm:prSet presAssocID="{5B314E72-0183-4C98-ACFB-6DDC6FD243F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3C09A37-1B2B-42D8-A0CB-AE7D5B76B48D}" type="pres">
      <dgm:prSet presAssocID="{5B314E72-0183-4C98-ACFB-6DDC6FD243F9}" presName="childText" presStyleLbl="revTx" presStyleIdx="1" presStyleCnt="3">
        <dgm:presLayoutVars>
          <dgm:bulletEnabled val="1"/>
        </dgm:presLayoutVars>
      </dgm:prSet>
      <dgm:spPr/>
    </dgm:pt>
    <dgm:pt modelId="{97D695C0-930D-4F5A-BF78-956D50A5ECB8}" type="pres">
      <dgm:prSet presAssocID="{203B44C3-8FA4-4591-BE31-A16AD6156CC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87FEC7D-302A-4522-92FA-A15AD2C53007}" type="pres">
      <dgm:prSet presAssocID="{729B66EA-3B41-4588-AB97-B51759C4A8A7}" presName="spacer" presStyleCnt="0"/>
      <dgm:spPr/>
    </dgm:pt>
    <dgm:pt modelId="{19B7600F-0FA0-47A4-8624-A625E4756FCE}" type="pres">
      <dgm:prSet presAssocID="{5E2A0D4B-49D9-4C5D-AE1C-5C7A64DDC1C1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322205C0-4A32-489C-8A35-32C95A263065}" type="pres">
      <dgm:prSet presAssocID="{5E2A0D4B-49D9-4C5D-AE1C-5C7A64DDC1C1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8B601916-438D-4FB7-8B92-368332F7D630}" type="presOf" srcId="{D15661B1-761E-41C3-A8F3-5462AE897727}" destId="{322205C0-4A32-489C-8A35-32C95A263065}" srcOrd="0" destOrd="0" presId="urn:microsoft.com/office/officeart/2005/8/layout/vList2"/>
    <dgm:cxn modelId="{A2E8C916-179A-4F56-B3DE-E9AC5F43421A}" srcId="{22F0316F-C7B4-4A15-A5B9-0EA4A67C133A}" destId="{A47FFD53-EA6C-49EC-A107-A5796E06FE71}" srcOrd="0" destOrd="0" parTransId="{0D38F001-A9E3-47E1-B496-4D3A41CBD43E}" sibTransId="{38D9EB97-FCAA-44E2-9731-601AF3CC6A01}"/>
    <dgm:cxn modelId="{A55E311B-76ED-4E84-80B5-6B7D1DFD082E}" type="presOf" srcId="{7AA72DC4-86ED-4D83-AA5B-1966266E42EE}" destId="{83C09A37-1B2B-42D8-A0CB-AE7D5B76B48D}" srcOrd="0" destOrd="0" presId="urn:microsoft.com/office/officeart/2005/8/layout/vList2"/>
    <dgm:cxn modelId="{E5B48F24-5C4B-465F-8AB3-6FB12D28CD05}" type="presOf" srcId="{03CA0C98-F0FA-4D33-B204-45ED5678D0FF}" destId="{83C09A37-1B2B-42D8-A0CB-AE7D5B76B48D}" srcOrd="0" destOrd="1" presId="urn:microsoft.com/office/officeart/2005/8/layout/vList2"/>
    <dgm:cxn modelId="{B2DC112F-9CDF-4770-B022-15AE0005FCAD}" srcId="{22F0316F-C7B4-4A15-A5B9-0EA4A67C133A}" destId="{203B44C3-8FA4-4591-BE31-A16AD6156CC9}" srcOrd="2" destOrd="0" parTransId="{0A9827E3-AC0A-4F30-B6C7-B8739C00D300}" sibTransId="{729B66EA-3B41-4588-AB97-B51759C4A8A7}"/>
    <dgm:cxn modelId="{F7AE583D-2C59-4738-BDC4-2334C3051BFA}" type="presOf" srcId="{5B314E72-0183-4C98-ACFB-6DDC6FD243F9}" destId="{73139501-32FA-461A-87FA-3F4800AA763D}" srcOrd="0" destOrd="0" presId="urn:microsoft.com/office/officeart/2005/8/layout/vList2"/>
    <dgm:cxn modelId="{074E9342-AFE5-4ACA-8903-4A3BC42B198E}" srcId="{5E2A0D4B-49D9-4C5D-AE1C-5C7A64DDC1C1}" destId="{FBAE5206-04F5-42AF-8F8E-1DF871A74693}" srcOrd="3" destOrd="0" parTransId="{49BF7659-20F7-4643-BB51-360EB7AD23B7}" sibTransId="{FA5AECB7-A057-4DDE-A9E5-73E42849F646}"/>
    <dgm:cxn modelId="{5A7D5F5A-6904-4875-8CCF-7B2B345E17A9}" srcId="{5E2A0D4B-49D9-4C5D-AE1C-5C7A64DDC1C1}" destId="{03DC75F3-6465-4963-B3CC-5C573C4DF0D2}" srcOrd="1" destOrd="0" parTransId="{A9317AC4-FE15-4F0E-8EB8-179018A2F05F}" sibTransId="{15B8CD58-E65E-4C92-8220-6E3261ED81FD}"/>
    <dgm:cxn modelId="{E059005C-E485-4F80-B843-8D352B5BE4B1}" type="presOf" srcId="{5E2A0D4B-49D9-4C5D-AE1C-5C7A64DDC1C1}" destId="{19B7600F-0FA0-47A4-8624-A625E4756FCE}" srcOrd="0" destOrd="0" presId="urn:microsoft.com/office/officeart/2005/8/layout/vList2"/>
    <dgm:cxn modelId="{EA091A69-A96D-4A28-A030-ABDFDD01F8D7}" type="presOf" srcId="{203B44C3-8FA4-4591-BE31-A16AD6156CC9}" destId="{97D695C0-930D-4F5A-BF78-956D50A5ECB8}" srcOrd="0" destOrd="0" presId="urn:microsoft.com/office/officeart/2005/8/layout/vList2"/>
    <dgm:cxn modelId="{5C8FBF6F-1645-4BEB-A306-639DEB479F76}" srcId="{5B314E72-0183-4C98-ACFB-6DDC6FD243F9}" destId="{7AA72DC4-86ED-4D83-AA5B-1966266E42EE}" srcOrd="0" destOrd="0" parTransId="{180A56A0-073F-44C5-941A-D562080C8887}" sibTransId="{3B1E77DF-F17C-4118-9CF9-04528C55EE2F}"/>
    <dgm:cxn modelId="{2A745471-41ED-4254-8632-999D5D92AD3A}" srcId="{22F0316F-C7B4-4A15-A5B9-0EA4A67C133A}" destId="{5E2A0D4B-49D9-4C5D-AE1C-5C7A64DDC1C1}" srcOrd="3" destOrd="0" parTransId="{8FE8C3E7-4C34-4C88-AD93-C10547BA9164}" sibTransId="{9E062446-C8B2-4DC6-8B91-828013DF67FC}"/>
    <dgm:cxn modelId="{3FBDC176-C7B7-48B5-948A-863C00589B2C}" type="presOf" srcId="{A47FFD53-EA6C-49EC-A107-A5796E06FE71}" destId="{9C02F7FE-E0DC-4B05-8FE1-49E0F6595B05}" srcOrd="0" destOrd="0" presId="urn:microsoft.com/office/officeart/2005/8/layout/vList2"/>
    <dgm:cxn modelId="{88550E7A-5CA0-4411-8ACB-915B6A8D01AD}" srcId="{5E2A0D4B-49D9-4C5D-AE1C-5C7A64DDC1C1}" destId="{7A5ED510-7F04-4E10-A7E9-899F36E993D5}" srcOrd="2" destOrd="0" parTransId="{9B8840F8-D5BB-49FF-B22B-1F3C494129FB}" sibTransId="{E61C5605-1F7A-4153-97DC-D6199F8390B1}"/>
    <dgm:cxn modelId="{CBFA578D-6C6A-468D-87E0-24C4143EA3A2}" type="presOf" srcId="{FBAE5206-04F5-42AF-8F8E-1DF871A74693}" destId="{322205C0-4A32-489C-8A35-32C95A263065}" srcOrd="0" destOrd="3" presId="urn:microsoft.com/office/officeart/2005/8/layout/vList2"/>
    <dgm:cxn modelId="{F1A1B496-D14B-4800-BDA5-AC819E17E832}" srcId="{5B314E72-0183-4C98-ACFB-6DDC6FD243F9}" destId="{1C50BD50-5911-4A00-AD14-FDAFC4EEB1BA}" srcOrd="2" destOrd="0" parTransId="{A19C6E26-39BF-48CE-A6F9-B8EC9D325482}" sibTransId="{C0671803-F8F1-4701-A81E-ACE9B748F5EC}"/>
    <dgm:cxn modelId="{4BF2379D-0D7C-438B-A838-E56FED4D6B1C}" type="presOf" srcId="{03DC75F3-6465-4963-B3CC-5C573C4DF0D2}" destId="{322205C0-4A32-489C-8A35-32C95A263065}" srcOrd="0" destOrd="1" presId="urn:microsoft.com/office/officeart/2005/8/layout/vList2"/>
    <dgm:cxn modelId="{E4AD32A3-0E53-4CCD-8314-351BBD93AB6E}" srcId="{22F0316F-C7B4-4A15-A5B9-0EA4A67C133A}" destId="{5B314E72-0183-4C98-ACFB-6DDC6FD243F9}" srcOrd="1" destOrd="0" parTransId="{B5430D5C-0DD3-49D9-A8AA-664E59CE647F}" sibTransId="{827DBA21-3D73-4113-A02F-01DDA2489A81}"/>
    <dgm:cxn modelId="{8AB44BAA-CFD8-4F74-B3D4-C2BD2B5D6AA3}" srcId="{5E2A0D4B-49D9-4C5D-AE1C-5C7A64DDC1C1}" destId="{D15661B1-761E-41C3-A8F3-5462AE897727}" srcOrd="0" destOrd="0" parTransId="{DB47147F-C357-46D5-9825-926E990E3CCA}" sibTransId="{44170931-2CEF-449C-855E-1E816EDCD83B}"/>
    <dgm:cxn modelId="{B0B91ABC-E378-4AF1-8B62-62A674F822CD}" type="presOf" srcId="{22F0316F-C7B4-4A15-A5B9-0EA4A67C133A}" destId="{9D2F7AE1-294F-40C3-AEA0-E9AAF34EBC60}" srcOrd="0" destOrd="0" presId="urn:microsoft.com/office/officeart/2005/8/layout/vList2"/>
    <dgm:cxn modelId="{D4802EC3-EDA4-486B-B4FC-A92FACECD285}" type="presOf" srcId="{1C50BD50-5911-4A00-AD14-FDAFC4EEB1BA}" destId="{83C09A37-1B2B-42D8-A0CB-AE7D5B76B48D}" srcOrd="0" destOrd="2" presId="urn:microsoft.com/office/officeart/2005/8/layout/vList2"/>
    <dgm:cxn modelId="{1E33ECCD-6690-4ECD-B3F0-1CA097E90AAB}" type="presOf" srcId="{0BF3EB97-12CA-47BF-A0DF-2EEF089F939A}" destId="{42CB6948-14F3-4AFB-BD3F-99E058B238C5}" srcOrd="0" destOrd="0" presId="urn:microsoft.com/office/officeart/2005/8/layout/vList2"/>
    <dgm:cxn modelId="{F826AADF-886A-4E45-AA0F-B0926804D397}" type="presOf" srcId="{7A5ED510-7F04-4E10-A7E9-899F36E993D5}" destId="{322205C0-4A32-489C-8A35-32C95A263065}" srcOrd="0" destOrd="2" presId="urn:microsoft.com/office/officeart/2005/8/layout/vList2"/>
    <dgm:cxn modelId="{A7A317F2-C5D9-402B-8180-2D095408C388}" srcId="{A47FFD53-EA6C-49EC-A107-A5796E06FE71}" destId="{0BF3EB97-12CA-47BF-A0DF-2EEF089F939A}" srcOrd="0" destOrd="0" parTransId="{19DE6334-4BC2-4082-A10E-C578826B39B0}" sibTransId="{6FE5D93F-05FE-49C5-8937-A26130943C5C}"/>
    <dgm:cxn modelId="{A10576FC-A001-4A33-B1E0-3A90DC9DEF35}" srcId="{5B314E72-0183-4C98-ACFB-6DDC6FD243F9}" destId="{03CA0C98-F0FA-4D33-B204-45ED5678D0FF}" srcOrd="1" destOrd="0" parTransId="{4EE97FA1-1A45-4EFE-B900-76DB385684F4}" sibTransId="{F1EF1AA0-F569-420C-A561-79D23EF52A69}"/>
    <dgm:cxn modelId="{4F3C5493-838D-4D82-B4B9-E9FE2717112C}" type="presParOf" srcId="{9D2F7AE1-294F-40C3-AEA0-E9AAF34EBC60}" destId="{9C02F7FE-E0DC-4B05-8FE1-49E0F6595B05}" srcOrd="0" destOrd="0" presId="urn:microsoft.com/office/officeart/2005/8/layout/vList2"/>
    <dgm:cxn modelId="{F86AD601-580D-45D5-AB2B-9617E4C9C3A1}" type="presParOf" srcId="{9D2F7AE1-294F-40C3-AEA0-E9AAF34EBC60}" destId="{42CB6948-14F3-4AFB-BD3F-99E058B238C5}" srcOrd="1" destOrd="0" presId="urn:microsoft.com/office/officeart/2005/8/layout/vList2"/>
    <dgm:cxn modelId="{68FDC9F8-9237-46BB-A03E-2FD2D324FBAE}" type="presParOf" srcId="{9D2F7AE1-294F-40C3-AEA0-E9AAF34EBC60}" destId="{73139501-32FA-461A-87FA-3F4800AA763D}" srcOrd="2" destOrd="0" presId="urn:microsoft.com/office/officeart/2005/8/layout/vList2"/>
    <dgm:cxn modelId="{EF6C833C-B24D-4E53-B051-5B4A33FC8440}" type="presParOf" srcId="{9D2F7AE1-294F-40C3-AEA0-E9AAF34EBC60}" destId="{83C09A37-1B2B-42D8-A0CB-AE7D5B76B48D}" srcOrd="3" destOrd="0" presId="urn:microsoft.com/office/officeart/2005/8/layout/vList2"/>
    <dgm:cxn modelId="{9E10F132-2852-45AE-A293-C2D3B313E460}" type="presParOf" srcId="{9D2F7AE1-294F-40C3-AEA0-E9AAF34EBC60}" destId="{97D695C0-930D-4F5A-BF78-956D50A5ECB8}" srcOrd="4" destOrd="0" presId="urn:microsoft.com/office/officeart/2005/8/layout/vList2"/>
    <dgm:cxn modelId="{988CFA1E-E031-44B7-AC5F-3E55A899E755}" type="presParOf" srcId="{9D2F7AE1-294F-40C3-AEA0-E9AAF34EBC60}" destId="{787FEC7D-302A-4522-92FA-A15AD2C53007}" srcOrd="5" destOrd="0" presId="urn:microsoft.com/office/officeart/2005/8/layout/vList2"/>
    <dgm:cxn modelId="{9C8E25A3-CF8B-49E6-9FCC-9DBF4F541FC5}" type="presParOf" srcId="{9D2F7AE1-294F-40C3-AEA0-E9AAF34EBC60}" destId="{19B7600F-0FA0-47A4-8624-A625E4756FCE}" srcOrd="6" destOrd="0" presId="urn:microsoft.com/office/officeart/2005/8/layout/vList2"/>
    <dgm:cxn modelId="{90C0F8E1-25EC-421E-B7DD-896CD2905D21}" type="presParOf" srcId="{9D2F7AE1-294F-40C3-AEA0-E9AAF34EBC60}" destId="{322205C0-4A32-489C-8A35-32C95A263065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F988163-948B-4201-B61E-DC9AA293AF78}" type="doc">
      <dgm:prSet loTypeId="urn:microsoft.com/office/officeart/2016/7/layout/BasicProcessNew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3B906AF-3CC5-4060-9F56-821261312921}">
      <dgm:prSet custT="1"/>
      <dgm:spPr/>
      <dgm:t>
        <a:bodyPr/>
        <a:lstStyle/>
        <a:p>
          <a:r>
            <a:rPr lang="en-US" sz="2000" u="sng" dirty="0"/>
            <a:t>Canada Opportunities</a:t>
          </a:r>
        </a:p>
      </dgm:t>
    </dgm:pt>
    <dgm:pt modelId="{5284E616-EA83-49EF-811A-23773057B825}" type="parTrans" cxnId="{A7C4153B-F051-4F3A-8F67-9376EB8EB2EA}">
      <dgm:prSet/>
      <dgm:spPr/>
      <dgm:t>
        <a:bodyPr/>
        <a:lstStyle/>
        <a:p>
          <a:endParaRPr lang="en-US"/>
        </a:p>
      </dgm:t>
    </dgm:pt>
    <dgm:pt modelId="{39868E3F-9C4E-4ED1-8944-6C76D934515B}" type="sibTrans" cxnId="{A7C4153B-F051-4F3A-8F67-9376EB8EB2EA}">
      <dgm:prSet/>
      <dgm:spPr/>
      <dgm:t>
        <a:bodyPr/>
        <a:lstStyle/>
        <a:p>
          <a:endParaRPr lang="en-US"/>
        </a:p>
      </dgm:t>
    </dgm:pt>
    <dgm:pt modelId="{07AE15D5-3CB2-478C-9841-EA7717948384}">
      <dgm:prSet custT="1"/>
      <dgm:spPr/>
      <dgm:t>
        <a:bodyPr/>
        <a:lstStyle/>
        <a:p>
          <a:r>
            <a:rPr lang="en-US" sz="1800" dirty="0"/>
            <a:t>Shared language </a:t>
          </a:r>
        </a:p>
      </dgm:t>
    </dgm:pt>
    <dgm:pt modelId="{73E03863-98AA-4F5A-B51F-7F660F742863}" type="parTrans" cxnId="{FC8E4342-B6EB-4971-ACFD-14BFDF406D8C}">
      <dgm:prSet/>
      <dgm:spPr/>
      <dgm:t>
        <a:bodyPr/>
        <a:lstStyle/>
        <a:p>
          <a:endParaRPr lang="en-US"/>
        </a:p>
      </dgm:t>
    </dgm:pt>
    <dgm:pt modelId="{6DF3363E-55FB-43E1-90D5-0A2D88481E26}" type="sibTrans" cxnId="{FC8E4342-B6EB-4971-ACFD-14BFDF406D8C}">
      <dgm:prSet/>
      <dgm:spPr/>
      <dgm:t>
        <a:bodyPr/>
        <a:lstStyle/>
        <a:p>
          <a:endParaRPr lang="en-US"/>
        </a:p>
      </dgm:t>
    </dgm:pt>
    <dgm:pt modelId="{76FF981D-33F0-479A-87BA-83AFA4C1698A}">
      <dgm:prSet custT="1"/>
      <dgm:spPr/>
      <dgm:t>
        <a:bodyPr/>
        <a:lstStyle/>
        <a:p>
          <a:r>
            <a:rPr lang="en-US" sz="1800" dirty="0"/>
            <a:t>Cultural closeness with US </a:t>
          </a:r>
        </a:p>
      </dgm:t>
    </dgm:pt>
    <dgm:pt modelId="{9C026425-644B-4EBD-8ED4-4C3EFFCCC978}" type="parTrans" cxnId="{1A5C421D-B47C-48B6-BCF8-A4303AF346BB}">
      <dgm:prSet/>
      <dgm:spPr/>
      <dgm:t>
        <a:bodyPr/>
        <a:lstStyle/>
        <a:p>
          <a:endParaRPr lang="en-US"/>
        </a:p>
      </dgm:t>
    </dgm:pt>
    <dgm:pt modelId="{D855CFC5-FD41-4102-8D8B-A0B3A876BD8A}" type="sibTrans" cxnId="{1A5C421D-B47C-48B6-BCF8-A4303AF346BB}">
      <dgm:prSet/>
      <dgm:spPr/>
      <dgm:t>
        <a:bodyPr/>
        <a:lstStyle/>
        <a:p>
          <a:endParaRPr lang="en-US"/>
        </a:p>
      </dgm:t>
    </dgm:pt>
    <dgm:pt modelId="{C43DD113-015C-4EF3-A2AB-0F7DDC37BCF1}">
      <dgm:prSet custT="1"/>
      <dgm:spPr/>
      <dgm:t>
        <a:bodyPr/>
        <a:lstStyle/>
        <a:p>
          <a:r>
            <a:rPr lang="en-US" sz="1800" dirty="0"/>
            <a:t>Long-term trade relationship </a:t>
          </a:r>
        </a:p>
      </dgm:t>
    </dgm:pt>
    <dgm:pt modelId="{322113D1-7C98-430A-A67D-9FFC9C0556B6}" type="parTrans" cxnId="{4600B655-9BA7-436D-BF4E-656DF8F82AB5}">
      <dgm:prSet/>
      <dgm:spPr/>
      <dgm:t>
        <a:bodyPr/>
        <a:lstStyle/>
        <a:p>
          <a:endParaRPr lang="en-US"/>
        </a:p>
      </dgm:t>
    </dgm:pt>
    <dgm:pt modelId="{3FAEF2FE-1BD0-40C4-A675-4247C5CD8D3A}" type="sibTrans" cxnId="{4600B655-9BA7-436D-BF4E-656DF8F82AB5}">
      <dgm:prSet/>
      <dgm:spPr/>
      <dgm:t>
        <a:bodyPr/>
        <a:lstStyle/>
        <a:p>
          <a:endParaRPr lang="en-US"/>
        </a:p>
      </dgm:t>
    </dgm:pt>
    <dgm:pt modelId="{806E25A0-0BCA-46F6-B9CF-E9311409D41C}">
      <dgm:prSet custT="1"/>
      <dgm:spPr/>
      <dgm:t>
        <a:bodyPr/>
        <a:lstStyle/>
        <a:p>
          <a:r>
            <a:rPr lang="en-US" sz="1800" dirty="0"/>
            <a:t>Similar student/university needs to US</a:t>
          </a:r>
        </a:p>
      </dgm:t>
    </dgm:pt>
    <dgm:pt modelId="{A0666F39-3187-4070-9781-033E5ACF5CC1}" type="parTrans" cxnId="{E5167F12-548D-4DF0-A97E-3C200804665E}">
      <dgm:prSet/>
      <dgm:spPr/>
      <dgm:t>
        <a:bodyPr/>
        <a:lstStyle/>
        <a:p>
          <a:endParaRPr lang="en-US"/>
        </a:p>
      </dgm:t>
    </dgm:pt>
    <dgm:pt modelId="{28174AA3-1D9D-4B42-93D2-9626C8D018ED}" type="sibTrans" cxnId="{E5167F12-548D-4DF0-A97E-3C200804665E}">
      <dgm:prSet/>
      <dgm:spPr/>
      <dgm:t>
        <a:bodyPr/>
        <a:lstStyle/>
        <a:p>
          <a:endParaRPr lang="en-US"/>
        </a:p>
      </dgm:t>
    </dgm:pt>
    <dgm:pt modelId="{AE3237C7-E983-49F4-A49B-67A3F76F6261}">
      <dgm:prSet custT="1"/>
      <dgm:spPr/>
      <dgm:t>
        <a:bodyPr/>
        <a:lstStyle/>
        <a:p>
          <a:r>
            <a:rPr lang="en-US" sz="2000" u="sng" dirty="0"/>
            <a:t>Canada Challenges</a:t>
          </a:r>
        </a:p>
      </dgm:t>
    </dgm:pt>
    <dgm:pt modelId="{67F36ACD-32F1-4AB3-AC29-AC0C8114F863}" type="parTrans" cxnId="{57B87FF5-D277-41A0-A0E9-72EE93AE2A6E}">
      <dgm:prSet/>
      <dgm:spPr/>
      <dgm:t>
        <a:bodyPr/>
        <a:lstStyle/>
        <a:p>
          <a:endParaRPr lang="en-US"/>
        </a:p>
      </dgm:t>
    </dgm:pt>
    <dgm:pt modelId="{8555EB5C-3D2D-414D-B946-E30573B3507A}" type="sibTrans" cxnId="{57B87FF5-D277-41A0-A0E9-72EE93AE2A6E}">
      <dgm:prSet/>
      <dgm:spPr/>
      <dgm:t>
        <a:bodyPr/>
        <a:lstStyle/>
        <a:p>
          <a:endParaRPr lang="en-US"/>
        </a:p>
      </dgm:t>
    </dgm:pt>
    <dgm:pt modelId="{CD0B1907-DE8E-4E68-9AB5-6E2177149DA3}">
      <dgm:prSet/>
      <dgm:spPr/>
      <dgm:t>
        <a:bodyPr/>
        <a:lstStyle/>
        <a:p>
          <a:r>
            <a:rPr lang="en-US" sz="1800" dirty="0"/>
            <a:t>Different labor standards and tax regimes</a:t>
          </a:r>
        </a:p>
      </dgm:t>
    </dgm:pt>
    <dgm:pt modelId="{0483E74B-FCC8-48F4-955B-A15BEEC715BE}" type="parTrans" cxnId="{A87EFA7F-BF5E-4BF1-A3A3-3F8DE4DDDADB}">
      <dgm:prSet/>
      <dgm:spPr/>
      <dgm:t>
        <a:bodyPr/>
        <a:lstStyle/>
        <a:p>
          <a:endParaRPr lang="en-US"/>
        </a:p>
      </dgm:t>
    </dgm:pt>
    <dgm:pt modelId="{34666641-BD5D-408D-BB48-209A65BB51E2}" type="sibTrans" cxnId="{A87EFA7F-BF5E-4BF1-A3A3-3F8DE4DDDADB}">
      <dgm:prSet/>
      <dgm:spPr/>
      <dgm:t>
        <a:bodyPr/>
        <a:lstStyle/>
        <a:p>
          <a:endParaRPr lang="en-US"/>
        </a:p>
      </dgm:t>
    </dgm:pt>
    <dgm:pt modelId="{A74A8B98-AF97-4B20-9F48-5E1E99107B1A}">
      <dgm:prSet/>
      <dgm:spPr/>
      <dgm:t>
        <a:bodyPr/>
        <a:lstStyle/>
        <a:p>
          <a:r>
            <a:rPr lang="en-US" sz="1800" dirty="0"/>
            <a:t>French language requirements in some parts</a:t>
          </a:r>
        </a:p>
      </dgm:t>
    </dgm:pt>
    <dgm:pt modelId="{28E8EBB8-1A6D-4713-AE3D-2BF7D920F7AC}" type="parTrans" cxnId="{4B6ACAAE-90CD-432A-8F58-D7FC776102B5}">
      <dgm:prSet/>
      <dgm:spPr/>
      <dgm:t>
        <a:bodyPr/>
        <a:lstStyle/>
        <a:p>
          <a:endParaRPr lang="en-US"/>
        </a:p>
      </dgm:t>
    </dgm:pt>
    <dgm:pt modelId="{A07DA459-37EB-463A-8B3E-5363195A6DB2}" type="sibTrans" cxnId="{4B6ACAAE-90CD-432A-8F58-D7FC776102B5}">
      <dgm:prSet/>
      <dgm:spPr/>
      <dgm:t>
        <a:bodyPr/>
        <a:lstStyle/>
        <a:p>
          <a:endParaRPr lang="en-US"/>
        </a:p>
      </dgm:t>
    </dgm:pt>
    <dgm:pt modelId="{C6E9BF01-7A67-41C0-80FF-5BE3DF17EB9E}">
      <dgm:prSet/>
      <dgm:spPr/>
      <dgm:t>
        <a:bodyPr/>
        <a:lstStyle/>
        <a:p>
          <a:r>
            <a:rPr lang="en-US" sz="1800" dirty="0"/>
            <a:t>Environmental and wastewater rules </a:t>
          </a:r>
        </a:p>
      </dgm:t>
    </dgm:pt>
    <dgm:pt modelId="{29CDE2EB-9091-4AC5-B87A-4F3995771EB5}" type="parTrans" cxnId="{DE116EEA-55BB-43B6-AA19-4C5484486DCD}">
      <dgm:prSet/>
      <dgm:spPr/>
      <dgm:t>
        <a:bodyPr/>
        <a:lstStyle/>
        <a:p>
          <a:endParaRPr lang="en-US"/>
        </a:p>
      </dgm:t>
    </dgm:pt>
    <dgm:pt modelId="{B97BC1F8-5DBE-4E4D-88DF-0024224BD1F1}" type="sibTrans" cxnId="{DE116EEA-55BB-43B6-AA19-4C5484486DCD}">
      <dgm:prSet/>
      <dgm:spPr/>
      <dgm:t>
        <a:bodyPr/>
        <a:lstStyle/>
        <a:p>
          <a:endParaRPr lang="en-US"/>
        </a:p>
      </dgm:t>
    </dgm:pt>
    <dgm:pt modelId="{6A590C4B-583E-40CF-9E04-033FC1273487}">
      <dgm:prSet/>
      <dgm:spPr/>
      <dgm:t>
        <a:bodyPr/>
        <a:lstStyle/>
        <a:p>
          <a:r>
            <a:rPr lang="en-US" sz="1800" dirty="0"/>
            <a:t>Competition with local laundromats </a:t>
          </a:r>
        </a:p>
      </dgm:t>
    </dgm:pt>
    <dgm:pt modelId="{05C1F6C3-2E5F-492B-A04E-762D6E3EFDB1}" type="parTrans" cxnId="{3C614E2C-784A-4B59-BA7E-789BA5E1F961}">
      <dgm:prSet/>
      <dgm:spPr/>
      <dgm:t>
        <a:bodyPr/>
        <a:lstStyle/>
        <a:p>
          <a:endParaRPr lang="en-US"/>
        </a:p>
      </dgm:t>
    </dgm:pt>
    <dgm:pt modelId="{CC3A5708-8CC2-4435-A90B-3F68C41E7FAE}" type="sibTrans" cxnId="{3C614E2C-784A-4B59-BA7E-789BA5E1F961}">
      <dgm:prSet/>
      <dgm:spPr/>
      <dgm:t>
        <a:bodyPr/>
        <a:lstStyle/>
        <a:p>
          <a:endParaRPr lang="en-US"/>
        </a:p>
      </dgm:t>
    </dgm:pt>
    <dgm:pt modelId="{C7D12CF8-8DC8-4432-8D19-69CC84F7434B}">
      <dgm:prSet custT="1"/>
      <dgm:spPr/>
      <dgm:t>
        <a:bodyPr/>
        <a:lstStyle/>
        <a:p>
          <a:r>
            <a:rPr lang="en-US" sz="2000" u="sng" dirty="0"/>
            <a:t>Overall Rationale</a:t>
          </a:r>
        </a:p>
      </dgm:t>
    </dgm:pt>
    <dgm:pt modelId="{1207CD21-E3F6-4AD2-846E-3D18F8646093}" type="parTrans" cxnId="{9E726A88-DE31-4182-BA65-FBDC367680B9}">
      <dgm:prSet/>
      <dgm:spPr/>
      <dgm:t>
        <a:bodyPr/>
        <a:lstStyle/>
        <a:p>
          <a:endParaRPr lang="en-US"/>
        </a:p>
      </dgm:t>
    </dgm:pt>
    <dgm:pt modelId="{93969846-7CBD-458D-B665-4A3D918459DA}" type="sibTrans" cxnId="{9E726A88-DE31-4182-BA65-FBDC367680B9}">
      <dgm:prSet/>
      <dgm:spPr/>
      <dgm:t>
        <a:bodyPr/>
        <a:lstStyle/>
        <a:p>
          <a:endParaRPr lang="en-US"/>
        </a:p>
      </dgm:t>
    </dgm:pt>
    <dgm:pt modelId="{5EE0F63D-C9C7-44FA-AAE6-1C1DAB525085}">
      <dgm:prSet custT="1"/>
      <dgm:spPr/>
      <dgm:t>
        <a:bodyPr/>
        <a:lstStyle/>
        <a:p>
          <a:pPr rtl="0"/>
          <a:r>
            <a:rPr lang="en-US" sz="1800" dirty="0"/>
            <a:t>Canada is the easiest and safest </a:t>
          </a:r>
          <a:r>
            <a:rPr lang="en-US" sz="1800" dirty="0">
              <a:latin typeface="Corbel" panose="020B0503020204020204"/>
            </a:rPr>
            <a:t>country for</a:t>
          </a:r>
          <a:r>
            <a:rPr lang="en-US" sz="1800" dirty="0"/>
            <a:t> international expansion </a:t>
          </a:r>
          <a:r>
            <a:rPr lang="en-US" sz="1800" dirty="0">
              <a:latin typeface="Corbel" panose="020B0503020204020204"/>
            </a:rPr>
            <a:t>(cultural</a:t>
          </a:r>
          <a:r>
            <a:rPr lang="en-US" sz="1800" dirty="0"/>
            <a:t>, political, and legal systems like US</a:t>
          </a:r>
          <a:r>
            <a:rPr lang="en-US" sz="1800" dirty="0">
              <a:latin typeface="Corbel" panose="020B0503020204020204"/>
            </a:rPr>
            <a:t>)</a:t>
          </a:r>
          <a:endParaRPr lang="en-US" sz="1800" dirty="0"/>
        </a:p>
      </dgm:t>
    </dgm:pt>
    <dgm:pt modelId="{DE4267E1-9F9D-4C81-A9A1-E727163F30FF}" type="parTrans" cxnId="{AB1EA159-B7B1-4A71-8C2B-F4EC9EB5DA2B}">
      <dgm:prSet/>
      <dgm:spPr/>
      <dgm:t>
        <a:bodyPr/>
        <a:lstStyle/>
        <a:p>
          <a:endParaRPr lang="en-US"/>
        </a:p>
      </dgm:t>
    </dgm:pt>
    <dgm:pt modelId="{59C30755-A477-4087-AB71-820C32D7496E}" type="sibTrans" cxnId="{AB1EA159-B7B1-4A71-8C2B-F4EC9EB5DA2B}">
      <dgm:prSet/>
      <dgm:spPr/>
      <dgm:t>
        <a:bodyPr/>
        <a:lstStyle/>
        <a:p>
          <a:endParaRPr lang="en-US"/>
        </a:p>
      </dgm:t>
    </dgm:pt>
    <dgm:pt modelId="{0F76040A-74A1-4A7A-8579-54F5B432274A}">
      <dgm:prSet custT="1"/>
      <dgm:spPr/>
      <dgm:t>
        <a:bodyPr/>
        <a:lstStyle/>
        <a:p>
          <a:pPr rtl="0"/>
          <a:r>
            <a:rPr lang="en-US" sz="1800" dirty="0">
              <a:latin typeface="Corbel" panose="020B0503020204020204"/>
            </a:rPr>
            <a:t>Provides global</a:t>
          </a:r>
          <a:r>
            <a:rPr lang="en-US" sz="1800" dirty="0"/>
            <a:t> experience with lower risk before moving into harder markets like India or Germany. </a:t>
          </a:r>
        </a:p>
      </dgm:t>
    </dgm:pt>
    <dgm:pt modelId="{36E04AA0-2C67-4283-B515-39EB020A56E8}" type="parTrans" cxnId="{881A2773-BCFC-4447-8895-00990A0B2634}">
      <dgm:prSet/>
      <dgm:spPr/>
      <dgm:t>
        <a:bodyPr/>
        <a:lstStyle/>
        <a:p>
          <a:endParaRPr lang="en-US"/>
        </a:p>
      </dgm:t>
    </dgm:pt>
    <dgm:pt modelId="{19301BB6-67BE-4FC2-B926-7744D2628DDD}" type="sibTrans" cxnId="{881A2773-BCFC-4447-8895-00990A0B2634}">
      <dgm:prSet/>
      <dgm:spPr/>
      <dgm:t>
        <a:bodyPr/>
        <a:lstStyle/>
        <a:p>
          <a:endParaRPr lang="en-US"/>
        </a:p>
      </dgm:t>
    </dgm:pt>
    <dgm:pt modelId="{BB82A309-893A-4BDE-9A47-0AD4DDBB26FD}" type="pres">
      <dgm:prSet presAssocID="{EF988163-948B-4201-B61E-DC9AA293AF78}" presName="Name0" presStyleCnt="0">
        <dgm:presLayoutVars>
          <dgm:dir/>
          <dgm:resizeHandles val="exact"/>
        </dgm:presLayoutVars>
      </dgm:prSet>
      <dgm:spPr/>
    </dgm:pt>
    <dgm:pt modelId="{0A76D603-535E-430E-B6B1-0026E67B5638}" type="pres">
      <dgm:prSet presAssocID="{13B906AF-3CC5-4060-9F56-821261312921}" presName="node" presStyleLbl="node1" presStyleIdx="0" presStyleCnt="5">
        <dgm:presLayoutVars>
          <dgm:bulletEnabled val="1"/>
        </dgm:presLayoutVars>
      </dgm:prSet>
      <dgm:spPr/>
    </dgm:pt>
    <dgm:pt modelId="{56C24BB1-5EC2-4ED8-9B5D-4E024342F449}" type="pres">
      <dgm:prSet presAssocID="{39868E3F-9C4E-4ED1-8944-6C76D934515B}" presName="sibTransSpacerBeforeConnector" presStyleCnt="0"/>
      <dgm:spPr/>
    </dgm:pt>
    <dgm:pt modelId="{1CFEEE84-1DBF-48C3-9D2B-4B67991AFC03}" type="pres">
      <dgm:prSet presAssocID="{39868E3F-9C4E-4ED1-8944-6C76D934515B}" presName="sibTrans" presStyleLbl="node1" presStyleIdx="1" presStyleCnt="5"/>
      <dgm:spPr/>
    </dgm:pt>
    <dgm:pt modelId="{CEB094FE-D339-4D61-B1CF-24FC5F4BF4BB}" type="pres">
      <dgm:prSet presAssocID="{39868E3F-9C4E-4ED1-8944-6C76D934515B}" presName="sibTransSpacerAfterConnector" presStyleCnt="0"/>
      <dgm:spPr/>
    </dgm:pt>
    <dgm:pt modelId="{74D16C41-B28C-4429-9BB0-46427949A718}" type="pres">
      <dgm:prSet presAssocID="{AE3237C7-E983-49F4-A49B-67A3F76F6261}" presName="node" presStyleLbl="node1" presStyleIdx="2" presStyleCnt="5" custLinFactNeighborX="2" custLinFactNeighborY="-313">
        <dgm:presLayoutVars>
          <dgm:bulletEnabled val="1"/>
        </dgm:presLayoutVars>
      </dgm:prSet>
      <dgm:spPr/>
    </dgm:pt>
    <dgm:pt modelId="{46125A81-3F2B-4695-8F18-79EED3C6821F}" type="pres">
      <dgm:prSet presAssocID="{8555EB5C-3D2D-414D-B946-E30573B3507A}" presName="sibTransSpacerBeforeConnector" presStyleCnt="0"/>
      <dgm:spPr/>
    </dgm:pt>
    <dgm:pt modelId="{D90E551E-98E1-4CE0-9EC6-2C89DB465437}" type="pres">
      <dgm:prSet presAssocID="{8555EB5C-3D2D-414D-B946-E30573B3507A}" presName="sibTrans" presStyleLbl="node1" presStyleIdx="3" presStyleCnt="5"/>
      <dgm:spPr/>
    </dgm:pt>
    <dgm:pt modelId="{3C2CC4BB-D7D6-4EC8-8C35-5EAD13C69077}" type="pres">
      <dgm:prSet presAssocID="{8555EB5C-3D2D-414D-B946-E30573B3507A}" presName="sibTransSpacerAfterConnector" presStyleCnt="0"/>
      <dgm:spPr/>
    </dgm:pt>
    <dgm:pt modelId="{8A133FC0-81A5-4DEC-B54C-6C065C787541}" type="pres">
      <dgm:prSet presAssocID="{C7D12CF8-8DC8-4432-8D19-69CC84F7434B}" presName="node" presStyleLbl="node1" presStyleIdx="4" presStyleCnt="5">
        <dgm:presLayoutVars>
          <dgm:bulletEnabled val="1"/>
        </dgm:presLayoutVars>
      </dgm:prSet>
      <dgm:spPr/>
    </dgm:pt>
  </dgm:ptLst>
  <dgm:cxnLst>
    <dgm:cxn modelId="{AFBA5E03-B136-46BE-9C4F-AB2AC152875E}" type="presOf" srcId="{A74A8B98-AF97-4B20-9F48-5E1E99107B1A}" destId="{74D16C41-B28C-4429-9BB0-46427949A718}" srcOrd="0" destOrd="2" presId="urn:microsoft.com/office/officeart/2016/7/layout/BasicProcessNew"/>
    <dgm:cxn modelId="{54F62809-8657-48D1-A439-BEB9D4B2E28E}" type="presOf" srcId="{AE3237C7-E983-49F4-A49B-67A3F76F6261}" destId="{74D16C41-B28C-4429-9BB0-46427949A718}" srcOrd="0" destOrd="0" presId="urn:microsoft.com/office/officeart/2016/7/layout/BasicProcessNew"/>
    <dgm:cxn modelId="{E5167F12-548D-4DF0-A97E-3C200804665E}" srcId="{13B906AF-3CC5-4060-9F56-821261312921}" destId="{806E25A0-0BCA-46F6-B9CF-E9311409D41C}" srcOrd="3" destOrd="0" parTransId="{A0666F39-3187-4070-9781-033E5ACF5CC1}" sibTransId="{28174AA3-1D9D-4B42-93D2-9626C8D018ED}"/>
    <dgm:cxn modelId="{1A5C421D-B47C-48B6-BCF8-A4303AF346BB}" srcId="{13B906AF-3CC5-4060-9F56-821261312921}" destId="{76FF981D-33F0-479A-87BA-83AFA4C1698A}" srcOrd="1" destOrd="0" parTransId="{9C026425-644B-4EBD-8ED4-4C3EFFCCC978}" sibTransId="{D855CFC5-FD41-4102-8D8B-A0B3A876BD8A}"/>
    <dgm:cxn modelId="{3C614E2C-784A-4B59-BA7E-789BA5E1F961}" srcId="{AE3237C7-E983-49F4-A49B-67A3F76F6261}" destId="{6A590C4B-583E-40CF-9E04-033FC1273487}" srcOrd="3" destOrd="0" parTransId="{05C1F6C3-2E5F-492B-A04E-762D6E3EFDB1}" sibTransId="{CC3A5708-8CC2-4435-A90B-3F68C41E7FAE}"/>
    <dgm:cxn modelId="{A7C4153B-F051-4F3A-8F67-9376EB8EB2EA}" srcId="{EF988163-948B-4201-B61E-DC9AA293AF78}" destId="{13B906AF-3CC5-4060-9F56-821261312921}" srcOrd="0" destOrd="0" parTransId="{5284E616-EA83-49EF-811A-23773057B825}" sibTransId="{39868E3F-9C4E-4ED1-8944-6C76D934515B}"/>
    <dgm:cxn modelId="{FC8E4342-B6EB-4971-ACFD-14BFDF406D8C}" srcId="{13B906AF-3CC5-4060-9F56-821261312921}" destId="{07AE15D5-3CB2-478C-9841-EA7717948384}" srcOrd="0" destOrd="0" parTransId="{73E03863-98AA-4F5A-B51F-7F660F742863}" sibTransId="{6DF3363E-55FB-43E1-90D5-0A2D88481E26}"/>
    <dgm:cxn modelId="{4600B655-9BA7-436D-BF4E-656DF8F82AB5}" srcId="{13B906AF-3CC5-4060-9F56-821261312921}" destId="{C43DD113-015C-4EF3-A2AB-0F7DDC37BCF1}" srcOrd="2" destOrd="0" parTransId="{322113D1-7C98-430A-A67D-9FFC9C0556B6}" sibTransId="{3FAEF2FE-1BD0-40C4-A675-4247C5CD8D3A}"/>
    <dgm:cxn modelId="{AB1EA159-B7B1-4A71-8C2B-F4EC9EB5DA2B}" srcId="{C7D12CF8-8DC8-4432-8D19-69CC84F7434B}" destId="{5EE0F63D-C9C7-44FA-AAE6-1C1DAB525085}" srcOrd="0" destOrd="0" parTransId="{DE4267E1-9F9D-4C81-A9A1-E727163F30FF}" sibTransId="{59C30755-A477-4087-AB71-820C32D7496E}"/>
    <dgm:cxn modelId="{0163B561-541A-4B9B-8A80-E9A3D4EE4752}" type="presOf" srcId="{806E25A0-0BCA-46F6-B9CF-E9311409D41C}" destId="{0A76D603-535E-430E-B6B1-0026E67B5638}" srcOrd="0" destOrd="4" presId="urn:microsoft.com/office/officeart/2016/7/layout/BasicProcessNew"/>
    <dgm:cxn modelId="{857CE161-28FA-42E2-8FA9-1318AD5E4668}" type="presOf" srcId="{CD0B1907-DE8E-4E68-9AB5-6E2177149DA3}" destId="{74D16C41-B28C-4429-9BB0-46427949A718}" srcOrd="0" destOrd="1" presId="urn:microsoft.com/office/officeart/2016/7/layout/BasicProcessNew"/>
    <dgm:cxn modelId="{6BCC5068-1BE9-4F9A-8B8A-3C010B30B74C}" type="presOf" srcId="{C7D12CF8-8DC8-4432-8D19-69CC84F7434B}" destId="{8A133FC0-81A5-4DEC-B54C-6C065C787541}" srcOrd="0" destOrd="0" presId="urn:microsoft.com/office/officeart/2016/7/layout/BasicProcessNew"/>
    <dgm:cxn modelId="{E8BE1870-8FE1-4105-927E-F80AD7015BA5}" type="presOf" srcId="{EF988163-948B-4201-B61E-DC9AA293AF78}" destId="{BB82A309-893A-4BDE-9A47-0AD4DDBB26FD}" srcOrd="0" destOrd="0" presId="urn:microsoft.com/office/officeart/2016/7/layout/BasicProcessNew"/>
    <dgm:cxn modelId="{881A2773-BCFC-4447-8895-00990A0B2634}" srcId="{C7D12CF8-8DC8-4432-8D19-69CC84F7434B}" destId="{0F76040A-74A1-4A7A-8579-54F5B432274A}" srcOrd="1" destOrd="0" parTransId="{36E04AA0-2C67-4283-B515-39EB020A56E8}" sibTransId="{19301BB6-67BE-4FC2-B926-7744D2628DDD}"/>
    <dgm:cxn modelId="{A87EFA7F-BF5E-4BF1-A3A3-3F8DE4DDDADB}" srcId="{AE3237C7-E983-49F4-A49B-67A3F76F6261}" destId="{CD0B1907-DE8E-4E68-9AB5-6E2177149DA3}" srcOrd="0" destOrd="0" parTransId="{0483E74B-FCC8-48F4-955B-A15BEEC715BE}" sibTransId="{34666641-BD5D-408D-BB48-209A65BB51E2}"/>
    <dgm:cxn modelId="{9E726A88-DE31-4182-BA65-FBDC367680B9}" srcId="{EF988163-948B-4201-B61E-DC9AA293AF78}" destId="{C7D12CF8-8DC8-4432-8D19-69CC84F7434B}" srcOrd="2" destOrd="0" parTransId="{1207CD21-E3F6-4AD2-846E-3D18F8646093}" sibTransId="{93969846-7CBD-458D-B665-4A3D918459DA}"/>
    <dgm:cxn modelId="{ACB00B8F-064A-444C-9125-8F9606ED42E0}" type="presOf" srcId="{5EE0F63D-C9C7-44FA-AAE6-1C1DAB525085}" destId="{8A133FC0-81A5-4DEC-B54C-6C065C787541}" srcOrd="0" destOrd="1" presId="urn:microsoft.com/office/officeart/2016/7/layout/BasicProcessNew"/>
    <dgm:cxn modelId="{890D7090-0821-420C-8FA4-FAAD4C3475B5}" type="presOf" srcId="{C6E9BF01-7A67-41C0-80FF-5BE3DF17EB9E}" destId="{74D16C41-B28C-4429-9BB0-46427949A718}" srcOrd="0" destOrd="3" presId="urn:microsoft.com/office/officeart/2016/7/layout/BasicProcessNew"/>
    <dgm:cxn modelId="{F39CB398-D4C0-4109-9454-3F9CCF66C4D9}" type="presOf" srcId="{39868E3F-9C4E-4ED1-8944-6C76D934515B}" destId="{1CFEEE84-1DBF-48C3-9D2B-4B67991AFC03}" srcOrd="0" destOrd="0" presId="urn:microsoft.com/office/officeart/2016/7/layout/BasicProcessNew"/>
    <dgm:cxn modelId="{F4C13C9E-CBF8-4514-BAB1-D91F22EE8A12}" type="presOf" srcId="{76FF981D-33F0-479A-87BA-83AFA4C1698A}" destId="{0A76D603-535E-430E-B6B1-0026E67B5638}" srcOrd="0" destOrd="2" presId="urn:microsoft.com/office/officeart/2016/7/layout/BasicProcessNew"/>
    <dgm:cxn modelId="{B6F245A1-DA24-44E2-BC97-223695EC248C}" type="presOf" srcId="{07AE15D5-3CB2-478C-9841-EA7717948384}" destId="{0A76D603-535E-430E-B6B1-0026E67B5638}" srcOrd="0" destOrd="1" presId="urn:microsoft.com/office/officeart/2016/7/layout/BasicProcessNew"/>
    <dgm:cxn modelId="{4B6ACAAE-90CD-432A-8F58-D7FC776102B5}" srcId="{AE3237C7-E983-49F4-A49B-67A3F76F6261}" destId="{A74A8B98-AF97-4B20-9F48-5E1E99107B1A}" srcOrd="1" destOrd="0" parTransId="{28E8EBB8-1A6D-4713-AE3D-2BF7D920F7AC}" sibTransId="{A07DA459-37EB-463A-8B3E-5363195A6DB2}"/>
    <dgm:cxn modelId="{1B3C3FB7-6AB5-4AD5-BCC3-4248AE0CC765}" type="presOf" srcId="{6A590C4B-583E-40CF-9E04-033FC1273487}" destId="{74D16C41-B28C-4429-9BB0-46427949A718}" srcOrd="0" destOrd="4" presId="urn:microsoft.com/office/officeart/2016/7/layout/BasicProcessNew"/>
    <dgm:cxn modelId="{73B335C7-F564-4996-8CB2-D70509FC58BA}" type="presOf" srcId="{13B906AF-3CC5-4060-9F56-821261312921}" destId="{0A76D603-535E-430E-B6B1-0026E67B5638}" srcOrd="0" destOrd="0" presId="urn:microsoft.com/office/officeart/2016/7/layout/BasicProcessNew"/>
    <dgm:cxn modelId="{E29F73CE-B6B1-4D86-BFF3-59E272B0EE71}" type="presOf" srcId="{C43DD113-015C-4EF3-A2AB-0F7DDC37BCF1}" destId="{0A76D603-535E-430E-B6B1-0026E67B5638}" srcOrd="0" destOrd="3" presId="urn:microsoft.com/office/officeart/2016/7/layout/BasicProcessNew"/>
    <dgm:cxn modelId="{DE116EEA-55BB-43B6-AA19-4C5484486DCD}" srcId="{AE3237C7-E983-49F4-A49B-67A3F76F6261}" destId="{C6E9BF01-7A67-41C0-80FF-5BE3DF17EB9E}" srcOrd="2" destOrd="0" parTransId="{29CDE2EB-9091-4AC5-B87A-4F3995771EB5}" sibTransId="{B97BC1F8-5DBE-4E4D-88DF-0024224BD1F1}"/>
    <dgm:cxn modelId="{1AAE13EE-FB52-407B-8543-D0BD0BE590CA}" type="presOf" srcId="{0F76040A-74A1-4A7A-8579-54F5B432274A}" destId="{8A133FC0-81A5-4DEC-B54C-6C065C787541}" srcOrd="0" destOrd="2" presId="urn:microsoft.com/office/officeart/2016/7/layout/BasicProcessNew"/>
    <dgm:cxn modelId="{57B87FF5-D277-41A0-A0E9-72EE93AE2A6E}" srcId="{EF988163-948B-4201-B61E-DC9AA293AF78}" destId="{AE3237C7-E983-49F4-A49B-67A3F76F6261}" srcOrd="1" destOrd="0" parTransId="{67F36ACD-32F1-4AB3-AC29-AC0C8114F863}" sibTransId="{8555EB5C-3D2D-414D-B946-E30573B3507A}"/>
    <dgm:cxn modelId="{713BDDFE-8E7C-4184-943A-CE13382130B7}" type="presOf" srcId="{8555EB5C-3D2D-414D-B946-E30573B3507A}" destId="{D90E551E-98E1-4CE0-9EC6-2C89DB465437}" srcOrd="0" destOrd="0" presId="urn:microsoft.com/office/officeart/2016/7/layout/BasicProcessNew"/>
    <dgm:cxn modelId="{9C270C30-D33C-44FC-B0A6-196A1F139E38}" type="presParOf" srcId="{BB82A309-893A-4BDE-9A47-0AD4DDBB26FD}" destId="{0A76D603-535E-430E-B6B1-0026E67B5638}" srcOrd="0" destOrd="0" presId="urn:microsoft.com/office/officeart/2016/7/layout/BasicProcessNew"/>
    <dgm:cxn modelId="{D0E06D49-6217-4761-AFA1-EFAC5BDB8FAD}" type="presParOf" srcId="{BB82A309-893A-4BDE-9A47-0AD4DDBB26FD}" destId="{56C24BB1-5EC2-4ED8-9B5D-4E024342F449}" srcOrd="1" destOrd="0" presId="urn:microsoft.com/office/officeart/2016/7/layout/BasicProcessNew"/>
    <dgm:cxn modelId="{D3597D19-5110-479A-BBC0-75D8F2C71F3F}" type="presParOf" srcId="{BB82A309-893A-4BDE-9A47-0AD4DDBB26FD}" destId="{1CFEEE84-1DBF-48C3-9D2B-4B67991AFC03}" srcOrd="2" destOrd="0" presId="urn:microsoft.com/office/officeart/2016/7/layout/BasicProcessNew"/>
    <dgm:cxn modelId="{7E440CAA-C187-4A20-9C66-27158E2A358A}" type="presParOf" srcId="{BB82A309-893A-4BDE-9A47-0AD4DDBB26FD}" destId="{CEB094FE-D339-4D61-B1CF-24FC5F4BF4BB}" srcOrd="3" destOrd="0" presId="urn:microsoft.com/office/officeart/2016/7/layout/BasicProcessNew"/>
    <dgm:cxn modelId="{A709914B-1501-4886-834E-056CABBE8919}" type="presParOf" srcId="{BB82A309-893A-4BDE-9A47-0AD4DDBB26FD}" destId="{74D16C41-B28C-4429-9BB0-46427949A718}" srcOrd="4" destOrd="0" presId="urn:microsoft.com/office/officeart/2016/7/layout/BasicProcessNew"/>
    <dgm:cxn modelId="{143128A0-8B48-4FBC-8EFC-AA3AA11B22C6}" type="presParOf" srcId="{BB82A309-893A-4BDE-9A47-0AD4DDBB26FD}" destId="{46125A81-3F2B-4695-8F18-79EED3C6821F}" srcOrd="5" destOrd="0" presId="urn:microsoft.com/office/officeart/2016/7/layout/BasicProcessNew"/>
    <dgm:cxn modelId="{B12E53A3-8222-4EFB-B5CD-404EEEE24555}" type="presParOf" srcId="{BB82A309-893A-4BDE-9A47-0AD4DDBB26FD}" destId="{D90E551E-98E1-4CE0-9EC6-2C89DB465437}" srcOrd="6" destOrd="0" presId="urn:microsoft.com/office/officeart/2016/7/layout/BasicProcessNew"/>
    <dgm:cxn modelId="{BAA96ABA-74AD-4832-978C-19E5A2603875}" type="presParOf" srcId="{BB82A309-893A-4BDE-9A47-0AD4DDBB26FD}" destId="{3C2CC4BB-D7D6-4EC8-8C35-5EAD13C69077}" srcOrd="7" destOrd="0" presId="urn:microsoft.com/office/officeart/2016/7/layout/BasicProcessNew"/>
    <dgm:cxn modelId="{36500518-FF01-4502-B015-0A43B24E52F9}" type="presParOf" srcId="{BB82A309-893A-4BDE-9A47-0AD4DDBB26FD}" destId="{8A133FC0-81A5-4DEC-B54C-6C065C787541}" srcOrd="8" destOrd="0" presId="urn:microsoft.com/office/officeart/2016/7/layout/Basic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AB1745C-699E-49B9-B869-7E89542596A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0_3" csCatId="mainScheme" phldr="1"/>
      <dgm:spPr/>
      <dgm:t>
        <a:bodyPr/>
        <a:lstStyle/>
        <a:p>
          <a:endParaRPr lang="en-US"/>
        </a:p>
      </dgm:t>
    </dgm:pt>
    <dgm:pt modelId="{1254800B-034E-4CF9-BC36-ACCCEF497F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Expansion Strategy</a:t>
          </a:r>
        </a:p>
      </dgm:t>
    </dgm:pt>
    <dgm:pt modelId="{A7F704D9-63DB-436D-B0A1-03C9D89E3B33}" type="parTrans" cxnId="{E0B1B51D-DFF9-40C7-A5C7-A6A2EB8345B6}">
      <dgm:prSet/>
      <dgm:spPr/>
      <dgm:t>
        <a:bodyPr/>
        <a:lstStyle/>
        <a:p>
          <a:endParaRPr lang="en-US"/>
        </a:p>
      </dgm:t>
    </dgm:pt>
    <dgm:pt modelId="{0B2338E3-7E2E-4996-B742-689BCE350EE5}" type="sibTrans" cxnId="{E0B1B51D-DFF9-40C7-A5C7-A6A2EB8345B6}">
      <dgm:prSet/>
      <dgm:spPr/>
      <dgm:t>
        <a:bodyPr/>
        <a:lstStyle/>
        <a:p>
          <a:endParaRPr lang="en-US"/>
        </a:p>
      </dgm:t>
    </dgm:pt>
    <dgm:pt modelId="{4FE9FDB3-CE55-4D91-8253-C1FEFA320A0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Combo</a:t>
          </a:r>
        </a:p>
      </dgm:t>
    </dgm:pt>
    <dgm:pt modelId="{ED75ACA9-D3FA-46FC-9261-7FA69FF78FD5}" type="parTrans" cxnId="{7310FE55-EB56-4619-B89A-010D61D449A6}">
      <dgm:prSet/>
      <dgm:spPr/>
      <dgm:t>
        <a:bodyPr/>
        <a:lstStyle/>
        <a:p>
          <a:endParaRPr lang="en-US"/>
        </a:p>
      </dgm:t>
    </dgm:pt>
    <dgm:pt modelId="{9F3F4A25-7E04-4075-B77C-57EE1F82B978}" type="sibTrans" cxnId="{7310FE55-EB56-4619-B89A-010D61D449A6}">
      <dgm:prSet/>
      <dgm:spPr/>
      <dgm:t>
        <a:bodyPr/>
        <a:lstStyle/>
        <a:p>
          <a:endParaRPr lang="en-US"/>
        </a:p>
      </dgm:t>
    </dgm:pt>
    <dgm:pt modelId="{E28E950A-6769-4091-ADC9-20DF70C360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Rationale</a:t>
          </a:r>
        </a:p>
      </dgm:t>
    </dgm:pt>
    <dgm:pt modelId="{9ABF974C-6F38-4EB1-A6F0-5C67E14BCFBF}" type="parTrans" cxnId="{894BFBDD-DD91-46E2-9FBF-1EBE6CADAFD0}">
      <dgm:prSet/>
      <dgm:spPr/>
      <dgm:t>
        <a:bodyPr/>
        <a:lstStyle/>
        <a:p>
          <a:endParaRPr lang="en-US"/>
        </a:p>
      </dgm:t>
    </dgm:pt>
    <dgm:pt modelId="{3A591788-E6AC-4D7E-AB9D-98EA3C3B296A}" type="sibTrans" cxnId="{894BFBDD-DD91-46E2-9FBF-1EBE6CADAFD0}">
      <dgm:prSet/>
      <dgm:spPr/>
      <dgm:t>
        <a:bodyPr/>
        <a:lstStyle/>
        <a:p>
          <a:endParaRPr lang="en-US"/>
        </a:p>
      </dgm:t>
    </dgm:pt>
    <dgm:pt modelId="{62D42268-10E4-493A-8136-6DF94CB2251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latin typeface="Corbel" panose="020B0503020204020204"/>
            </a:rPr>
            <a:t>Laundry processes</a:t>
          </a:r>
          <a:r>
            <a:rPr lang="en-US" sz="1400" dirty="0"/>
            <a:t> should stay the </a:t>
          </a:r>
          <a:r>
            <a:rPr lang="en-US" sz="1400" b="1" dirty="0"/>
            <a:t>same </a:t>
          </a:r>
          <a:r>
            <a:rPr lang="en-US" sz="1400" dirty="0"/>
            <a:t>for maximum efficiency</a:t>
          </a:r>
        </a:p>
      </dgm:t>
    </dgm:pt>
    <dgm:pt modelId="{A309E0CF-19F7-4681-96AE-4DCAF3CDA7A5}" type="parTrans" cxnId="{FE29F21A-708B-4120-B627-A3ED821C74B9}">
      <dgm:prSet/>
      <dgm:spPr/>
      <dgm:t>
        <a:bodyPr/>
        <a:lstStyle/>
        <a:p>
          <a:endParaRPr lang="en-US"/>
        </a:p>
      </dgm:t>
    </dgm:pt>
    <dgm:pt modelId="{191B9ABA-9FFA-4C31-9A0D-049D6A9E01FF}" type="sibTrans" cxnId="{FE29F21A-708B-4120-B627-A3ED821C74B9}">
      <dgm:prSet/>
      <dgm:spPr/>
      <dgm:t>
        <a:bodyPr/>
        <a:lstStyle/>
        <a:p>
          <a:endParaRPr lang="en-US"/>
        </a:p>
      </dgm:t>
    </dgm:pt>
    <dgm:pt modelId="{B2BC23CB-C3C7-40CB-BA12-1F0C9234AA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Certain aspects can be </a:t>
          </a:r>
          <a:r>
            <a:rPr lang="en-US" sz="1400" b="1"/>
            <a:t>customized to fit local preferences</a:t>
          </a:r>
          <a:endParaRPr lang="en-US" sz="1400"/>
        </a:p>
      </dgm:t>
    </dgm:pt>
    <dgm:pt modelId="{03C557D5-D4C4-44EA-9D03-FA80617C8C42}" type="parTrans" cxnId="{3B2F8370-DCBB-4975-8417-CC3FA370ECA2}">
      <dgm:prSet/>
      <dgm:spPr/>
      <dgm:t>
        <a:bodyPr/>
        <a:lstStyle/>
        <a:p>
          <a:endParaRPr lang="en-US"/>
        </a:p>
      </dgm:t>
    </dgm:pt>
    <dgm:pt modelId="{B6585C5A-3379-4F8F-8A63-5B51FF6CD14B}" type="sibTrans" cxnId="{3B2F8370-DCBB-4975-8417-CC3FA370ECA2}">
      <dgm:prSet/>
      <dgm:spPr/>
      <dgm:t>
        <a:bodyPr/>
        <a:lstStyle/>
        <a:p>
          <a:endParaRPr lang="en-US"/>
        </a:p>
      </dgm:t>
    </dgm:pt>
    <dgm:pt modelId="{EA506F27-39B1-453D-90B2-18180B0F31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Entry Strategy</a:t>
          </a:r>
        </a:p>
      </dgm:t>
    </dgm:pt>
    <dgm:pt modelId="{59FB4D28-1569-4FA8-B72B-ECE3214202C7}" type="parTrans" cxnId="{FCB70B2B-E059-4F85-A942-112740E9217C}">
      <dgm:prSet/>
      <dgm:spPr/>
      <dgm:t>
        <a:bodyPr/>
        <a:lstStyle/>
        <a:p>
          <a:endParaRPr lang="en-US"/>
        </a:p>
      </dgm:t>
    </dgm:pt>
    <dgm:pt modelId="{484B85A7-95D1-4591-823D-3E280A169BCF}" type="sibTrans" cxnId="{FCB70B2B-E059-4F85-A942-112740E9217C}">
      <dgm:prSet/>
      <dgm:spPr/>
      <dgm:t>
        <a:bodyPr/>
        <a:lstStyle/>
        <a:p>
          <a:endParaRPr lang="en-US"/>
        </a:p>
      </dgm:t>
    </dgm:pt>
    <dgm:pt modelId="{5A290C76-BA47-4D13-95BD-D6EE348A2D3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Joint Venture</a:t>
          </a:r>
        </a:p>
      </dgm:t>
    </dgm:pt>
    <dgm:pt modelId="{9997E7BC-8EB2-425E-B0D2-7CDB8309B44E}" type="parTrans" cxnId="{35BCBE4D-F6B4-4BFB-B99A-F9821BFA893E}">
      <dgm:prSet/>
      <dgm:spPr/>
      <dgm:t>
        <a:bodyPr/>
        <a:lstStyle/>
        <a:p>
          <a:endParaRPr lang="en-US"/>
        </a:p>
      </dgm:t>
    </dgm:pt>
    <dgm:pt modelId="{EE674F6D-4DA7-41B9-81E2-0DDD74884854}" type="sibTrans" cxnId="{35BCBE4D-F6B4-4BFB-B99A-F9821BFA893E}">
      <dgm:prSet/>
      <dgm:spPr/>
      <dgm:t>
        <a:bodyPr/>
        <a:lstStyle/>
        <a:p>
          <a:endParaRPr lang="en-US"/>
        </a:p>
      </dgm:t>
    </dgm:pt>
    <dgm:pt modelId="{4D2D8F78-5EEB-4E86-93B5-8220975625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Rationale</a:t>
          </a:r>
        </a:p>
      </dgm:t>
    </dgm:pt>
    <dgm:pt modelId="{AB1E95A8-7B95-4053-A8F3-B02F5E7C2397}" type="parTrans" cxnId="{30A489CD-E46A-4B3E-96D3-583ECA96E6CA}">
      <dgm:prSet/>
      <dgm:spPr/>
      <dgm:t>
        <a:bodyPr/>
        <a:lstStyle/>
        <a:p>
          <a:endParaRPr lang="en-US"/>
        </a:p>
      </dgm:t>
    </dgm:pt>
    <dgm:pt modelId="{BEB27D5B-BCBB-4063-9077-3B33D9ED4170}" type="sibTrans" cxnId="{30A489CD-E46A-4B3E-96D3-583ECA96E6CA}">
      <dgm:prSet/>
      <dgm:spPr/>
      <dgm:t>
        <a:bodyPr/>
        <a:lstStyle/>
        <a:p>
          <a:endParaRPr lang="en-US"/>
        </a:p>
      </dgm:t>
    </dgm:pt>
    <dgm:pt modelId="{A8DE5216-7F62-4C50-BE4F-8AC8E0127B9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dirty="0">
              <a:latin typeface="Corbel" panose="020B0503020204020204"/>
            </a:rPr>
            <a:t>Pairs</a:t>
          </a:r>
          <a:r>
            <a:rPr lang="en-US" sz="1200" dirty="0"/>
            <a:t> our business model with a </a:t>
          </a:r>
          <a:r>
            <a:rPr lang="en-US" sz="1200" b="1" dirty="0"/>
            <a:t>local partner</a:t>
          </a:r>
          <a:r>
            <a:rPr lang="en-US" sz="1200" dirty="0"/>
            <a:t> who can handle the hirings, permits, area access</a:t>
          </a:r>
          <a:r>
            <a:rPr lang="en-US" sz="1200" dirty="0">
              <a:latin typeface="Corbel" panose="020B0503020204020204"/>
            </a:rPr>
            <a:t>,</a:t>
          </a:r>
          <a:r>
            <a:rPr lang="en-US" sz="1200" dirty="0"/>
            <a:t> </a:t>
          </a:r>
          <a:r>
            <a:rPr lang="en-US" sz="1200" dirty="0">
              <a:latin typeface="Corbel" panose="020B0503020204020204"/>
            </a:rPr>
            <a:t>etc. </a:t>
          </a:r>
        </a:p>
      </dgm:t>
    </dgm:pt>
    <dgm:pt modelId="{827AF77F-EF9B-4AC4-8CB5-946C13173501}" type="parTrans" cxnId="{7B39AAE5-90B3-4381-A19D-FBE534BC8B55}">
      <dgm:prSet/>
      <dgm:spPr/>
      <dgm:t>
        <a:bodyPr/>
        <a:lstStyle/>
        <a:p>
          <a:endParaRPr lang="en-US"/>
        </a:p>
      </dgm:t>
    </dgm:pt>
    <dgm:pt modelId="{F021D1CE-C446-44FF-8332-6C5EBC01BDB8}" type="sibTrans" cxnId="{7B39AAE5-90B3-4381-A19D-FBE534BC8B55}">
      <dgm:prSet/>
      <dgm:spPr/>
      <dgm:t>
        <a:bodyPr/>
        <a:lstStyle/>
        <a:p>
          <a:endParaRPr lang="en-US"/>
        </a:p>
      </dgm:t>
    </dgm:pt>
    <dgm:pt modelId="{EA80CAA2-81F2-423B-82FB-E40F6D2EE182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sz="1200">
              <a:latin typeface="Corbel" panose="020B0503020204020204"/>
            </a:rPr>
            <a:t>Allows</a:t>
          </a:r>
          <a:r>
            <a:rPr lang="en-US" sz="1200"/>
            <a:t> </a:t>
          </a:r>
          <a:r>
            <a:rPr lang="en-US" sz="1200">
              <a:latin typeface="Corbel" panose="020B0503020204020204"/>
            </a:rPr>
            <a:t>us to </a:t>
          </a:r>
          <a:r>
            <a:rPr lang="en-US" sz="1200"/>
            <a:t>launch faster with fewer mistakes then if we did it on our own. </a:t>
          </a:r>
        </a:p>
      </dgm:t>
    </dgm:pt>
    <dgm:pt modelId="{5C5B0102-A642-488A-A8D6-90BD25CF7615}" type="parTrans" cxnId="{15814D27-64E0-4293-AB0A-2AE6A4A1C6AF}">
      <dgm:prSet/>
      <dgm:spPr/>
      <dgm:t>
        <a:bodyPr/>
        <a:lstStyle/>
        <a:p>
          <a:endParaRPr lang="en-US"/>
        </a:p>
      </dgm:t>
    </dgm:pt>
    <dgm:pt modelId="{47661E75-489B-49FC-83B4-CBC0EF057632}" type="sibTrans" cxnId="{15814D27-64E0-4293-AB0A-2AE6A4A1C6AF}">
      <dgm:prSet/>
      <dgm:spPr/>
      <dgm:t>
        <a:bodyPr/>
        <a:lstStyle/>
        <a:p>
          <a:endParaRPr lang="en-US"/>
        </a:p>
      </dgm:t>
    </dgm:pt>
    <dgm:pt modelId="{169D4205-50B3-4BF0-965A-3BB32D3EA0E5}" type="pres">
      <dgm:prSet presAssocID="{8AB1745C-699E-49B9-B869-7E89542596A1}" presName="root" presStyleCnt="0">
        <dgm:presLayoutVars>
          <dgm:dir/>
          <dgm:resizeHandles val="exact"/>
        </dgm:presLayoutVars>
      </dgm:prSet>
      <dgm:spPr/>
    </dgm:pt>
    <dgm:pt modelId="{147D73F6-3652-428C-87EC-EADD26B26C10}" type="pres">
      <dgm:prSet presAssocID="{1254800B-034E-4CF9-BC36-ACCCEF497FB9}" presName="compNode" presStyleCnt="0"/>
      <dgm:spPr/>
    </dgm:pt>
    <dgm:pt modelId="{61B2CD85-D575-49BE-A546-443770D6A567}" type="pres">
      <dgm:prSet presAssocID="{1254800B-034E-4CF9-BC36-ACCCEF497FB9}" presName="bgRect" presStyleLbl="bgShp" presStyleIdx="0" presStyleCnt="4"/>
      <dgm:spPr>
        <a:solidFill>
          <a:schemeClr val="accent1">
            <a:lumMod val="60000"/>
            <a:lumOff val="40000"/>
          </a:schemeClr>
        </a:solidFill>
      </dgm:spPr>
    </dgm:pt>
    <dgm:pt modelId="{FA5E4250-666B-4B89-908E-42ED66DBA133}" type="pres">
      <dgm:prSet presAssocID="{1254800B-034E-4CF9-BC36-ACCCEF497FB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9CBB0B61-EE58-4F52-B08F-10027DA2D2FD}" type="pres">
      <dgm:prSet presAssocID="{1254800B-034E-4CF9-BC36-ACCCEF497FB9}" presName="spaceRect" presStyleCnt="0"/>
      <dgm:spPr/>
    </dgm:pt>
    <dgm:pt modelId="{99943FEA-B5AF-4A30-92C3-00A093E41F50}" type="pres">
      <dgm:prSet presAssocID="{1254800B-034E-4CF9-BC36-ACCCEF497FB9}" presName="parTx" presStyleLbl="revTx" presStyleIdx="0" presStyleCnt="8">
        <dgm:presLayoutVars>
          <dgm:chMax val="0"/>
          <dgm:chPref val="0"/>
        </dgm:presLayoutVars>
      </dgm:prSet>
      <dgm:spPr/>
    </dgm:pt>
    <dgm:pt modelId="{A928C642-201C-4F7E-8F0C-311934F040C8}" type="pres">
      <dgm:prSet presAssocID="{1254800B-034E-4CF9-BC36-ACCCEF497FB9}" presName="desTx" presStyleLbl="revTx" presStyleIdx="1" presStyleCnt="8">
        <dgm:presLayoutVars/>
      </dgm:prSet>
      <dgm:spPr/>
    </dgm:pt>
    <dgm:pt modelId="{DA07D4AD-9CE8-4890-B91D-F509F45B2DD1}" type="pres">
      <dgm:prSet presAssocID="{0B2338E3-7E2E-4996-B742-689BCE350EE5}" presName="sibTrans" presStyleCnt="0"/>
      <dgm:spPr/>
    </dgm:pt>
    <dgm:pt modelId="{125DD95D-6EF0-4256-A694-8230CD0DBD77}" type="pres">
      <dgm:prSet presAssocID="{E28E950A-6769-4091-ADC9-20DF70C36086}" presName="compNode" presStyleCnt="0"/>
      <dgm:spPr/>
    </dgm:pt>
    <dgm:pt modelId="{30D5647A-6D82-47C4-B655-5B1407C4D174}" type="pres">
      <dgm:prSet presAssocID="{E28E950A-6769-4091-ADC9-20DF70C36086}" presName="bgRect" presStyleLbl="bgShp" presStyleIdx="1" presStyleCnt="4"/>
      <dgm:spPr>
        <a:solidFill>
          <a:schemeClr val="accent1"/>
        </a:solidFill>
      </dgm:spPr>
    </dgm:pt>
    <dgm:pt modelId="{DB43E3E9-E814-4ED3-9F73-7526274FCFB5}" type="pres">
      <dgm:prSet presAssocID="{E28E950A-6769-4091-ADC9-20DF70C3608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4AB9EC2-DE25-4AB3-8AB3-05FE3F4C750F}" type="pres">
      <dgm:prSet presAssocID="{E28E950A-6769-4091-ADC9-20DF70C36086}" presName="spaceRect" presStyleCnt="0"/>
      <dgm:spPr/>
    </dgm:pt>
    <dgm:pt modelId="{ADA3C761-D9F8-4B60-948A-6250091D53DF}" type="pres">
      <dgm:prSet presAssocID="{E28E950A-6769-4091-ADC9-20DF70C36086}" presName="parTx" presStyleLbl="revTx" presStyleIdx="2" presStyleCnt="8">
        <dgm:presLayoutVars>
          <dgm:chMax val="0"/>
          <dgm:chPref val="0"/>
        </dgm:presLayoutVars>
      </dgm:prSet>
      <dgm:spPr/>
    </dgm:pt>
    <dgm:pt modelId="{D58FAAA8-0A57-4F02-9669-0865BFEFA006}" type="pres">
      <dgm:prSet presAssocID="{E28E950A-6769-4091-ADC9-20DF70C36086}" presName="desTx" presStyleLbl="revTx" presStyleIdx="3" presStyleCnt="8">
        <dgm:presLayoutVars/>
      </dgm:prSet>
      <dgm:spPr/>
    </dgm:pt>
    <dgm:pt modelId="{EFADC442-69E6-4DD3-A64F-575CD44CD524}" type="pres">
      <dgm:prSet presAssocID="{3A591788-E6AC-4D7E-AB9D-98EA3C3B296A}" presName="sibTrans" presStyleCnt="0"/>
      <dgm:spPr/>
    </dgm:pt>
    <dgm:pt modelId="{C36A436E-BD86-4343-B6EF-196FF9F64A52}" type="pres">
      <dgm:prSet presAssocID="{EA506F27-39B1-453D-90B2-18180B0F3112}" presName="compNode" presStyleCnt="0"/>
      <dgm:spPr/>
    </dgm:pt>
    <dgm:pt modelId="{444EB357-4E4B-4EA4-966C-931D0AE75FB0}" type="pres">
      <dgm:prSet presAssocID="{EA506F27-39B1-453D-90B2-18180B0F3112}" presName="bgRect" presStyleLbl="bgShp" presStyleIdx="2" presStyleCnt="4"/>
      <dgm:spPr>
        <a:solidFill>
          <a:schemeClr val="accent1">
            <a:lumMod val="75000"/>
          </a:schemeClr>
        </a:solidFill>
      </dgm:spPr>
    </dgm:pt>
    <dgm:pt modelId="{C49CB27E-CDF5-43BF-8894-E6B5725D445D}" type="pres">
      <dgm:prSet presAssocID="{EA506F27-39B1-453D-90B2-18180B0F311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2C3AAB94-946C-4EEF-AD2D-2826F4799999}" type="pres">
      <dgm:prSet presAssocID="{EA506F27-39B1-453D-90B2-18180B0F3112}" presName="spaceRect" presStyleCnt="0"/>
      <dgm:spPr/>
    </dgm:pt>
    <dgm:pt modelId="{73525CBD-0418-4E5A-B0C9-38FC5D762776}" type="pres">
      <dgm:prSet presAssocID="{EA506F27-39B1-453D-90B2-18180B0F3112}" presName="parTx" presStyleLbl="revTx" presStyleIdx="4" presStyleCnt="8">
        <dgm:presLayoutVars>
          <dgm:chMax val="0"/>
          <dgm:chPref val="0"/>
        </dgm:presLayoutVars>
      </dgm:prSet>
      <dgm:spPr/>
    </dgm:pt>
    <dgm:pt modelId="{71DA6759-30D7-4FA4-A9F8-CA69502E33B2}" type="pres">
      <dgm:prSet presAssocID="{EA506F27-39B1-453D-90B2-18180B0F3112}" presName="desTx" presStyleLbl="revTx" presStyleIdx="5" presStyleCnt="8">
        <dgm:presLayoutVars/>
      </dgm:prSet>
      <dgm:spPr/>
    </dgm:pt>
    <dgm:pt modelId="{3D4F9457-630A-4B5F-AECA-D68385E033E0}" type="pres">
      <dgm:prSet presAssocID="{484B85A7-95D1-4591-823D-3E280A169BCF}" presName="sibTrans" presStyleCnt="0"/>
      <dgm:spPr/>
    </dgm:pt>
    <dgm:pt modelId="{6604CEE4-3B56-450D-A79F-8BF9A2F0E996}" type="pres">
      <dgm:prSet presAssocID="{4D2D8F78-5EEB-4E86-93B5-82209756255D}" presName="compNode" presStyleCnt="0"/>
      <dgm:spPr/>
    </dgm:pt>
    <dgm:pt modelId="{A457266A-DEFC-4924-A73E-87C56AEAB46A}" type="pres">
      <dgm:prSet presAssocID="{4D2D8F78-5EEB-4E86-93B5-82209756255D}" presName="bgRect" presStyleLbl="bgShp" presStyleIdx="3" presStyleCnt="4"/>
      <dgm:spPr>
        <a:solidFill>
          <a:schemeClr val="accent1">
            <a:lumMod val="50000"/>
          </a:schemeClr>
        </a:solidFill>
      </dgm:spPr>
    </dgm:pt>
    <dgm:pt modelId="{9071454D-45A3-4D0E-A42E-7F1E0C8D94F4}" type="pres">
      <dgm:prSet presAssocID="{4D2D8F78-5EEB-4E86-93B5-82209756255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69D7C4F2-01B6-4C53-88C5-A6AEB1968B84}" type="pres">
      <dgm:prSet presAssocID="{4D2D8F78-5EEB-4E86-93B5-82209756255D}" presName="spaceRect" presStyleCnt="0"/>
      <dgm:spPr/>
    </dgm:pt>
    <dgm:pt modelId="{0025962D-CE06-4B01-BACD-3A1E4EE468EF}" type="pres">
      <dgm:prSet presAssocID="{4D2D8F78-5EEB-4E86-93B5-82209756255D}" presName="parTx" presStyleLbl="revTx" presStyleIdx="6" presStyleCnt="8">
        <dgm:presLayoutVars>
          <dgm:chMax val="0"/>
          <dgm:chPref val="0"/>
        </dgm:presLayoutVars>
      </dgm:prSet>
      <dgm:spPr/>
    </dgm:pt>
    <dgm:pt modelId="{3C3BA0A9-1B1A-4D41-A2E2-64B548C4EFCB}" type="pres">
      <dgm:prSet presAssocID="{4D2D8F78-5EEB-4E86-93B5-82209756255D}" presName="desTx" presStyleLbl="revTx" presStyleIdx="7" presStyleCnt="8">
        <dgm:presLayoutVars/>
      </dgm:prSet>
      <dgm:spPr/>
    </dgm:pt>
  </dgm:ptLst>
  <dgm:cxnLst>
    <dgm:cxn modelId="{B217EC0A-7702-4E1C-A92F-8BAF774F0538}" type="presOf" srcId="{1254800B-034E-4CF9-BC36-ACCCEF497FB9}" destId="{99943FEA-B5AF-4A30-92C3-00A093E41F50}" srcOrd="0" destOrd="0" presId="urn:microsoft.com/office/officeart/2018/2/layout/IconVerticalSolidList"/>
    <dgm:cxn modelId="{FE29F21A-708B-4120-B627-A3ED821C74B9}" srcId="{E28E950A-6769-4091-ADC9-20DF70C36086}" destId="{62D42268-10E4-493A-8136-6DF94CB22518}" srcOrd="0" destOrd="0" parTransId="{A309E0CF-19F7-4681-96AE-4DCAF3CDA7A5}" sibTransId="{191B9ABA-9FFA-4C31-9A0D-049D6A9E01FF}"/>
    <dgm:cxn modelId="{E0B1B51D-DFF9-40C7-A5C7-A6A2EB8345B6}" srcId="{8AB1745C-699E-49B9-B869-7E89542596A1}" destId="{1254800B-034E-4CF9-BC36-ACCCEF497FB9}" srcOrd="0" destOrd="0" parTransId="{A7F704D9-63DB-436D-B0A1-03C9D89E3B33}" sibTransId="{0B2338E3-7E2E-4996-B742-689BCE350EE5}"/>
    <dgm:cxn modelId="{15814D27-64E0-4293-AB0A-2AE6A4A1C6AF}" srcId="{4D2D8F78-5EEB-4E86-93B5-82209756255D}" destId="{EA80CAA2-81F2-423B-82FB-E40F6D2EE182}" srcOrd="1" destOrd="0" parTransId="{5C5B0102-A642-488A-A8D6-90BD25CF7615}" sibTransId="{47661E75-489B-49FC-83B4-CBC0EF057632}"/>
    <dgm:cxn modelId="{FCB70B2B-E059-4F85-A942-112740E9217C}" srcId="{8AB1745C-699E-49B9-B869-7E89542596A1}" destId="{EA506F27-39B1-453D-90B2-18180B0F3112}" srcOrd="2" destOrd="0" parTransId="{59FB4D28-1569-4FA8-B72B-ECE3214202C7}" sibTransId="{484B85A7-95D1-4591-823D-3E280A169BCF}"/>
    <dgm:cxn modelId="{7390F23B-1B2A-4A01-A1B0-C3A3F561B81D}" type="presOf" srcId="{4D2D8F78-5EEB-4E86-93B5-82209756255D}" destId="{0025962D-CE06-4B01-BACD-3A1E4EE468EF}" srcOrd="0" destOrd="0" presId="urn:microsoft.com/office/officeart/2018/2/layout/IconVerticalSolidList"/>
    <dgm:cxn modelId="{35BCBE4D-F6B4-4BFB-B99A-F9821BFA893E}" srcId="{EA506F27-39B1-453D-90B2-18180B0F3112}" destId="{5A290C76-BA47-4D13-95BD-D6EE348A2D3A}" srcOrd="0" destOrd="0" parTransId="{9997E7BC-8EB2-425E-B0D2-7CDB8309B44E}" sibTransId="{EE674F6D-4DA7-41B9-81E2-0DDD74884854}"/>
    <dgm:cxn modelId="{7310FE55-EB56-4619-B89A-010D61D449A6}" srcId="{1254800B-034E-4CF9-BC36-ACCCEF497FB9}" destId="{4FE9FDB3-CE55-4D91-8253-C1FEFA320A00}" srcOrd="0" destOrd="0" parTransId="{ED75ACA9-D3FA-46FC-9261-7FA69FF78FD5}" sibTransId="{9F3F4A25-7E04-4075-B77C-57EE1F82B978}"/>
    <dgm:cxn modelId="{C3AE785B-B31F-4E20-A307-096547A3E35D}" type="presOf" srcId="{EA506F27-39B1-453D-90B2-18180B0F3112}" destId="{73525CBD-0418-4E5A-B0C9-38FC5D762776}" srcOrd="0" destOrd="0" presId="urn:microsoft.com/office/officeart/2018/2/layout/IconVerticalSolidList"/>
    <dgm:cxn modelId="{EFC2996D-5707-417E-B711-D5B4A9AC2B15}" type="presOf" srcId="{B2BC23CB-C3C7-40CB-BA12-1F0C9234AA43}" destId="{D58FAAA8-0A57-4F02-9669-0865BFEFA006}" srcOrd="0" destOrd="1" presId="urn:microsoft.com/office/officeart/2018/2/layout/IconVerticalSolidList"/>
    <dgm:cxn modelId="{334BA66F-6C80-4B80-9977-1FCAE6A5984F}" type="presOf" srcId="{A8DE5216-7F62-4C50-BE4F-8AC8E0127B98}" destId="{3C3BA0A9-1B1A-4D41-A2E2-64B548C4EFCB}" srcOrd="0" destOrd="0" presId="urn:microsoft.com/office/officeart/2018/2/layout/IconVerticalSolidList"/>
    <dgm:cxn modelId="{3B2F8370-DCBB-4975-8417-CC3FA370ECA2}" srcId="{E28E950A-6769-4091-ADC9-20DF70C36086}" destId="{B2BC23CB-C3C7-40CB-BA12-1F0C9234AA43}" srcOrd="1" destOrd="0" parTransId="{03C557D5-D4C4-44EA-9D03-FA80617C8C42}" sibTransId="{B6585C5A-3379-4F8F-8A63-5B51FF6CD14B}"/>
    <dgm:cxn modelId="{E4777F8A-8A05-470B-979C-C93948BB0AC5}" type="presOf" srcId="{8AB1745C-699E-49B9-B869-7E89542596A1}" destId="{169D4205-50B3-4BF0-965A-3BB32D3EA0E5}" srcOrd="0" destOrd="0" presId="urn:microsoft.com/office/officeart/2018/2/layout/IconVerticalSolidList"/>
    <dgm:cxn modelId="{2FC61095-17E1-4452-9D39-DE0FDC490009}" type="presOf" srcId="{62D42268-10E4-493A-8136-6DF94CB22518}" destId="{D58FAAA8-0A57-4F02-9669-0865BFEFA006}" srcOrd="0" destOrd="0" presId="urn:microsoft.com/office/officeart/2018/2/layout/IconVerticalSolidList"/>
    <dgm:cxn modelId="{7563C899-EE71-4DE9-AB4D-98F76EF6E2A4}" type="presOf" srcId="{4FE9FDB3-CE55-4D91-8253-C1FEFA320A00}" destId="{A928C642-201C-4F7E-8F0C-311934F040C8}" srcOrd="0" destOrd="0" presId="urn:microsoft.com/office/officeart/2018/2/layout/IconVerticalSolidList"/>
    <dgm:cxn modelId="{A04BC7B4-9BDA-4FE9-934A-F40BA4A71F03}" type="presOf" srcId="{5A290C76-BA47-4D13-95BD-D6EE348A2D3A}" destId="{71DA6759-30D7-4FA4-A9F8-CA69502E33B2}" srcOrd="0" destOrd="0" presId="urn:microsoft.com/office/officeart/2018/2/layout/IconVerticalSolidList"/>
    <dgm:cxn modelId="{30A489CD-E46A-4B3E-96D3-583ECA96E6CA}" srcId="{8AB1745C-699E-49B9-B869-7E89542596A1}" destId="{4D2D8F78-5EEB-4E86-93B5-82209756255D}" srcOrd="3" destOrd="0" parTransId="{AB1E95A8-7B95-4053-A8F3-B02F5E7C2397}" sibTransId="{BEB27D5B-BCBB-4063-9077-3B33D9ED4170}"/>
    <dgm:cxn modelId="{E9FE2CD1-62F3-49B8-B941-77B6431DC6F8}" type="presOf" srcId="{E28E950A-6769-4091-ADC9-20DF70C36086}" destId="{ADA3C761-D9F8-4B60-948A-6250091D53DF}" srcOrd="0" destOrd="0" presId="urn:microsoft.com/office/officeart/2018/2/layout/IconVerticalSolidList"/>
    <dgm:cxn modelId="{9CC477D6-D0D1-480A-BBEE-F63CA2F07A4C}" type="presOf" srcId="{EA80CAA2-81F2-423B-82FB-E40F6D2EE182}" destId="{3C3BA0A9-1B1A-4D41-A2E2-64B548C4EFCB}" srcOrd="0" destOrd="1" presId="urn:microsoft.com/office/officeart/2018/2/layout/IconVerticalSolidList"/>
    <dgm:cxn modelId="{894BFBDD-DD91-46E2-9FBF-1EBE6CADAFD0}" srcId="{8AB1745C-699E-49B9-B869-7E89542596A1}" destId="{E28E950A-6769-4091-ADC9-20DF70C36086}" srcOrd="1" destOrd="0" parTransId="{9ABF974C-6F38-4EB1-A6F0-5C67E14BCFBF}" sibTransId="{3A591788-E6AC-4D7E-AB9D-98EA3C3B296A}"/>
    <dgm:cxn modelId="{7B39AAE5-90B3-4381-A19D-FBE534BC8B55}" srcId="{4D2D8F78-5EEB-4E86-93B5-82209756255D}" destId="{A8DE5216-7F62-4C50-BE4F-8AC8E0127B98}" srcOrd="0" destOrd="0" parTransId="{827AF77F-EF9B-4AC4-8CB5-946C13173501}" sibTransId="{F021D1CE-C446-44FF-8332-6C5EBC01BDB8}"/>
    <dgm:cxn modelId="{D97CF70B-808E-43B2-8CF8-BD6B7FADA3D3}" type="presParOf" srcId="{169D4205-50B3-4BF0-965A-3BB32D3EA0E5}" destId="{147D73F6-3652-428C-87EC-EADD26B26C10}" srcOrd="0" destOrd="0" presId="urn:microsoft.com/office/officeart/2018/2/layout/IconVerticalSolidList"/>
    <dgm:cxn modelId="{B3645532-9CDD-424D-826B-9577EB4B6A3B}" type="presParOf" srcId="{147D73F6-3652-428C-87EC-EADD26B26C10}" destId="{61B2CD85-D575-49BE-A546-443770D6A567}" srcOrd="0" destOrd="0" presId="urn:microsoft.com/office/officeart/2018/2/layout/IconVerticalSolidList"/>
    <dgm:cxn modelId="{5320FDCB-B74F-4B6B-90E4-DAB5A7BFE267}" type="presParOf" srcId="{147D73F6-3652-428C-87EC-EADD26B26C10}" destId="{FA5E4250-666B-4B89-908E-42ED66DBA133}" srcOrd="1" destOrd="0" presId="urn:microsoft.com/office/officeart/2018/2/layout/IconVerticalSolidList"/>
    <dgm:cxn modelId="{25379E3A-5EF1-40F0-84E8-B91402ACBC27}" type="presParOf" srcId="{147D73F6-3652-428C-87EC-EADD26B26C10}" destId="{9CBB0B61-EE58-4F52-B08F-10027DA2D2FD}" srcOrd="2" destOrd="0" presId="urn:microsoft.com/office/officeart/2018/2/layout/IconVerticalSolidList"/>
    <dgm:cxn modelId="{B20B2740-A6AD-4550-B54B-26BFB9F0F4AE}" type="presParOf" srcId="{147D73F6-3652-428C-87EC-EADD26B26C10}" destId="{99943FEA-B5AF-4A30-92C3-00A093E41F50}" srcOrd="3" destOrd="0" presId="urn:microsoft.com/office/officeart/2018/2/layout/IconVerticalSolidList"/>
    <dgm:cxn modelId="{DB0AD319-9D87-4A28-A0C2-8647AA602548}" type="presParOf" srcId="{147D73F6-3652-428C-87EC-EADD26B26C10}" destId="{A928C642-201C-4F7E-8F0C-311934F040C8}" srcOrd="4" destOrd="0" presId="urn:microsoft.com/office/officeart/2018/2/layout/IconVerticalSolidList"/>
    <dgm:cxn modelId="{EC051C4F-6D60-4FD3-A38E-6F47B07B6082}" type="presParOf" srcId="{169D4205-50B3-4BF0-965A-3BB32D3EA0E5}" destId="{DA07D4AD-9CE8-4890-B91D-F509F45B2DD1}" srcOrd="1" destOrd="0" presId="urn:microsoft.com/office/officeart/2018/2/layout/IconVerticalSolidList"/>
    <dgm:cxn modelId="{D207B715-544D-49E1-8D67-8A5C6D95F9C2}" type="presParOf" srcId="{169D4205-50B3-4BF0-965A-3BB32D3EA0E5}" destId="{125DD95D-6EF0-4256-A694-8230CD0DBD77}" srcOrd="2" destOrd="0" presId="urn:microsoft.com/office/officeart/2018/2/layout/IconVerticalSolidList"/>
    <dgm:cxn modelId="{900789D6-B77C-4DF8-9B53-12672F93F35F}" type="presParOf" srcId="{125DD95D-6EF0-4256-A694-8230CD0DBD77}" destId="{30D5647A-6D82-47C4-B655-5B1407C4D174}" srcOrd="0" destOrd="0" presId="urn:microsoft.com/office/officeart/2018/2/layout/IconVerticalSolidList"/>
    <dgm:cxn modelId="{31D66497-44A2-4367-8CAC-E08E30C7221E}" type="presParOf" srcId="{125DD95D-6EF0-4256-A694-8230CD0DBD77}" destId="{DB43E3E9-E814-4ED3-9F73-7526274FCFB5}" srcOrd="1" destOrd="0" presId="urn:microsoft.com/office/officeart/2018/2/layout/IconVerticalSolidList"/>
    <dgm:cxn modelId="{E273408B-4C0E-4EBF-8F1C-850825F69C33}" type="presParOf" srcId="{125DD95D-6EF0-4256-A694-8230CD0DBD77}" destId="{14AB9EC2-DE25-4AB3-8AB3-05FE3F4C750F}" srcOrd="2" destOrd="0" presId="urn:microsoft.com/office/officeart/2018/2/layout/IconVerticalSolidList"/>
    <dgm:cxn modelId="{3E77C4FB-D666-4A3F-89DB-3316C4E6894F}" type="presParOf" srcId="{125DD95D-6EF0-4256-A694-8230CD0DBD77}" destId="{ADA3C761-D9F8-4B60-948A-6250091D53DF}" srcOrd="3" destOrd="0" presId="urn:microsoft.com/office/officeart/2018/2/layout/IconVerticalSolidList"/>
    <dgm:cxn modelId="{3893B668-A76F-46B7-8D0F-8EDEAAA40ADF}" type="presParOf" srcId="{125DD95D-6EF0-4256-A694-8230CD0DBD77}" destId="{D58FAAA8-0A57-4F02-9669-0865BFEFA006}" srcOrd="4" destOrd="0" presId="urn:microsoft.com/office/officeart/2018/2/layout/IconVerticalSolidList"/>
    <dgm:cxn modelId="{BBBAEFE8-853A-4356-AC9C-37C0E9584B64}" type="presParOf" srcId="{169D4205-50B3-4BF0-965A-3BB32D3EA0E5}" destId="{EFADC442-69E6-4DD3-A64F-575CD44CD524}" srcOrd="3" destOrd="0" presId="urn:microsoft.com/office/officeart/2018/2/layout/IconVerticalSolidList"/>
    <dgm:cxn modelId="{C5306BCF-9778-4E4E-8FAA-E4330EF8F767}" type="presParOf" srcId="{169D4205-50B3-4BF0-965A-3BB32D3EA0E5}" destId="{C36A436E-BD86-4343-B6EF-196FF9F64A52}" srcOrd="4" destOrd="0" presId="urn:microsoft.com/office/officeart/2018/2/layout/IconVerticalSolidList"/>
    <dgm:cxn modelId="{5475F756-93C7-4C53-894B-BF4E843F8267}" type="presParOf" srcId="{C36A436E-BD86-4343-B6EF-196FF9F64A52}" destId="{444EB357-4E4B-4EA4-966C-931D0AE75FB0}" srcOrd="0" destOrd="0" presId="urn:microsoft.com/office/officeart/2018/2/layout/IconVerticalSolidList"/>
    <dgm:cxn modelId="{4FF38439-D79E-420F-8412-1E92E09BFF28}" type="presParOf" srcId="{C36A436E-BD86-4343-B6EF-196FF9F64A52}" destId="{C49CB27E-CDF5-43BF-8894-E6B5725D445D}" srcOrd="1" destOrd="0" presId="urn:microsoft.com/office/officeart/2018/2/layout/IconVerticalSolidList"/>
    <dgm:cxn modelId="{86ABAEE3-A7FE-48BA-B0F4-7BC3D1A24E93}" type="presParOf" srcId="{C36A436E-BD86-4343-B6EF-196FF9F64A52}" destId="{2C3AAB94-946C-4EEF-AD2D-2826F4799999}" srcOrd="2" destOrd="0" presId="urn:microsoft.com/office/officeart/2018/2/layout/IconVerticalSolidList"/>
    <dgm:cxn modelId="{C24D122D-59A0-4C51-ACF5-F6B700F624D1}" type="presParOf" srcId="{C36A436E-BD86-4343-B6EF-196FF9F64A52}" destId="{73525CBD-0418-4E5A-B0C9-38FC5D762776}" srcOrd="3" destOrd="0" presId="urn:microsoft.com/office/officeart/2018/2/layout/IconVerticalSolidList"/>
    <dgm:cxn modelId="{42467C60-D57B-4F65-8EEE-49E91210838A}" type="presParOf" srcId="{C36A436E-BD86-4343-B6EF-196FF9F64A52}" destId="{71DA6759-30D7-4FA4-A9F8-CA69502E33B2}" srcOrd="4" destOrd="0" presId="urn:microsoft.com/office/officeart/2018/2/layout/IconVerticalSolidList"/>
    <dgm:cxn modelId="{70968B7B-B89D-4B9C-8ACB-6EDF46D77B77}" type="presParOf" srcId="{169D4205-50B3-4BF0-965A-3BB32D3EA0E5}" destId="{3D4F9457-630A-4B5F-AECA-D68385E033E0}" srcOrd="5" destOrd="0" presId="urn:microsoft.com/office/officeart/2018/2/layout/IconVerticalSolidList"/>
    <dgm:cxn modelId="{44FEF3B0-4E90-4FC6-954A-C11C16242048}" type="presParOf" srcId="{169D4205-50B3-4BF0-965A-3BB32D3EA0E5}" destId="{6604CEE4-3B56-450D-A79F-8BF9A2F0E996}" srcOrd="6" destOrd="0" presId="urn:microsoft.com/office/officeart/2018/2/layout/IconVerticalSolidList"/>
    <dgm:cxn modelId="{BB93927A-1D85-471E-877D-AB59E77DC9E2}" type="presParOf" srcId="{6604CEE4-3B56-450D-A79F-8BF9A2F0E996}" destId="{A457266A-DEFC-4924-A73E-87C56AEAB46A}" srcOrd="0" destOrd="0" presId="urn:microsoft.com/office/officeart/2018/2/layout/IconVerticalSolidList"/>
    <dgm:cxn modelId="{5A331B40-2930-4D24-9DAC-A52AEEC9CCE6}" type="presParOf" srcId="{6604CEE4-3B56-450D-A79F-8BF9A2F0E996}" destId="{9071454D-45A3-4D0E-A42E-7F1E0C8D94F4}" srcOrd="1" destOrd="0" presId="urn:microsoft.com/office/officeart/2018/2/layout/IconVerticalSolidList"/>
    <dgm:cxn modelId="{46E5C1EA-2DF4-492A-9CE1-9B7B0E0F79E6}" type="presParOf" srcId="{6604CEE4-3B56-450D-A79F-8BF9A2F0E996}" destId="{69D7C4F2-01B6-4C53-88C5-A6AEB1968B84}" srcOrd="2" destOrd="0" presId="urn:microsoft.com/office/officeart/2018/2/layout/IconVerticalSolidList"/>
    <dgm:cxn modelId="{C0AEA440-B656-40CF-9BE9-1B6A61B5582A}" type="presParOf" srcId="{6604CEE4-3B56-450D-A79F-8BF9A2F0E996}" destId="{0025962D-CE06-4B01-BACD-3A1E4EE468EF}" srcOrd="3" destOrd="0" presId="urn:microsoft.com/office/officeart/2018/2/layout/IconVerticalSolidList"/>
    <dgm:cxn modelId="{E3B10DCD-9DD7-4BE7-886D-A85EACFFBF7C}" type="presParOf" srcId="{6604CEE4-3B56-450D-A79F-8BF9A2F0E996}" destId="{3C3BA0A9-1B1A-4D41-A2E2-64B548C4EFCB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1951DBE-7FF1-439E-AEC5-0FB39408E3FA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6D59AF8-043C-475A-A0B0-72B20D74450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>
              <a:latin typeface="Corbel" panose="020B0503020204020204"/>
            </a:rPr>
            <a:t>Key Responsibilities</a:t>
          </a:r>
          <a:endParaRPr lang="en-US" dirty="0"/>
        </a:p>
      </dgm:t>
    </dgm:pt>
    <dgm:pt modelId="{854E9AD7-812A-489A-84F1-0A856197B48A}" type="parTrans" cxnId="{654F7E54-B5F1-4918-A52D-D4A81AFB447B}">
      <dgm:prSet/>
      <dgm:spPr/>
      <dgm:t>
        <a:bodyPr/>
        <a:lstStyle/>
        <a:p>
          <a:endParaRPr lang="en-US"/>
        </a:p>
      </dgm:t>
    </dgm:pt>
    <dgm:pt modelId="{AAF9CE2B-3540-4E4C-B8CF-9137CE1B52FF}" type="sibTrans" cxnId="{654F7E54-B5F1-4918-A52D-D4A81AFB447B}">
      <dgm:prSet/>
      <dgm:spPr/>
      <dgm:t>
        <a:bodyPr/>
        <a:lstStyle/>
        <a:p>
          <a:endParaRPr lang="en-US"/>
        </a:p>
      </dgm:t>
    </dgm:pt>
    <dgm:pt modelId="{2A273598-85B2-407F-BDA5-8ED1AF15D1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Inspect clothing items for stains</a:t>
          </a:r>
        </a:p>
      </dgm:t>
    </dgm:pt>
    <dgm:pt modelId="{F470C173-989C-45A5-B283-B9FC2EE4ACBD}" type="parTrans" cxnId="{D3F420F9-5E62-4CD3-83E1-605F32E97E46}">
      <dgm:prSet/>
      <dgm:spPr/>
      <dgm:t>
        <a:bodyPr/>
        <a:lstStyle/>
        <a:p>
          <a:endParaRPr lang="en-US"/>
        </a:p>
      </dgm:t>
    </dgm:pt>
    <dgm:pt modelId="{41634EFE-E382-4CD2-894E-312034032051}" type="sibTrans" cxnId="{D3F420F9-5E62-4CD3-83E1-605F32E97E46}">
      <dgm:prSet/>
      <dgm:spPr/>
      <dgm:t>
        <a:bodyPr/>
        <a:lstStyle/>
        <a:p>
          <a:endParaRPr lang="en-US"/>
        </a:p>
      </dgm:t>
    </dgm:pt>
    <dgm:pt modelId="{168D892B-3121-420B-BA5C-EFCA0030685E}">
      <dgm:prSet/>
      <dgm:spPr/>
      <dgm:t>
        <a:bodyPr/>
        <a:lstStyle/>
        <a:p>
          <a:r>
            <a:rPr lang="en-US" dirty="0"/>
            <a:t>Treat stains (need based)</a:t>
          </a:r>
        </a:p>
      </dgm:t>
    </dgm:pt>
    <dgm:pt modelId="{CC7F5A92-71D8-4050-8A02-A3346B841838}" type="parTrans" cxnId="{72977911-3280-4A5F-9E27-95CD1F38344A}">
      <dgm:prSet/>
      <dgm:spPr/>
      <dgm:t>
        <a:bodyPr/>
        <a:lstStyle/>
        <a:p>
          <a:endParaRPr lang="en-US"/>
        </a:p>
      </dgm:t>
    </dgm:pt>
    <dgm:pt modelId="{11FB156E-3BAC-4021-89CA-913312431C6E}" type="sibTrans" cxnId="{72977911-3280-4A5F-9E27-95CD1F38344A}">
      <dgm:prSet/>
      <dgm:spPr/>
      <dgm:t>
        <a:bodyPr/>
        <a:lstStyle/>
        <a:p>
          <a:endParaRPr lang="en-US"/>
        </a:p>
      </dgm:t>
    </dgm:pt>
    <dgm:pt modelId="{86F52261-CFA1-4243-B0AB-50F5C78528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Sort clothes into proper washing cycle, run washer/dryer, package orders</a:t>
          </a:r>
        </a:p>
      </dgm:t>
    </dgm:pt>
    <dgm:pt modelId="{9754761D-7628-4808-A930-597BFD1345FB}" type="parTrans" cxnId="{2031346A-DF9C-4E6F-AA37-6799C7089EC7}">
      <dgm:prSet/>
      <dgm:spPr/>
      <dgm:t>
        <a:bodyPr/>
        <a:lstStyle/>
        <a:p>
          <a:endParaRPr lang="en-US"/>
        </a:p>
      </dgm:t>
    </dgm:pt>
    <dgm:pt modelId="{FB3F1810-96DF-4A86-BEAC-A1E22F0A2D14}" type="sibTrans" cxnId="{2031346A-DF9C-4E6F-AA37-6799C7089EC7}">
      <dgm:prSet/>
      <dgm:spPr/>
      <dgm:t>
        <a:bodyPr/>
        <a:lstStyle/>
        <a:p>
          <a:endParaRPr lang="en-US"/>
        </a:p>
      </dgm:t>
    </dgm:pt>
    <dgm:pt modelId="{15E6B1D8-1427-49D0-A980-9474E4A7A2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Maintain a clean and organized workspace to help ensure efficiency and top-notch customer service</a:t>
          </a:r>
        </a:p>
      </dgm:t>
    </dgm:pt>
    <dgm:pt modelId="{FF88E8CA-68AD-4102-B62E-A9A15DDC8E8D}" type="parTrans" cxnId="{679392DC-9BAD-41D1-9413-60CED1C60ED8}">
      <dgm:prSet/>
      <dgm:spPr/>
      <dgm:t>
        <a:bodyPr/>
        <a:lstStyle/>
        <a:p>
          <a:endParaRPr lang="en-US"/>
        </a:p>
      </dgm:t>
    </dgm:pt>
    <dgm:pt modelId="{143C920D-FD39-4DD6-9BA0-D2A7BC268DF8}" type="sibTrans" cxnId="{679392DC-9BAD-41D1-9413-60CED1C60ED8}">
      <dgm:prSet/>
      <dgm:spPr/>
      <dgm:t>
        <a:bodyPr/>
        <a:lstStyle/>
        <a:p>
          <a:endParaRPr lang="en-US"/>
        </a:p>
      </dgm:t>
    </dgm:pt>
    <dgm:pt modelId="{381FB66F-0413-4C3A-967B-03F8A742EA6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Qualifications</a:t>
          </a:r>
        </a:p>
      </dgm:t>
    </dgm:pt>
    <dgm:pt modelId="{62CFFEF0-2F8D-4EE3-9142-15321E3C52B5}" type="parTrans" cxnId="{E1AFB416-6359-4867-8A18-5CD2F35CF35F}">
      <dgm:prSet/>
      <dgm:spPr/>
      <dgm:t>
        <a:bodyPr/>
        <a:lstStyle/>
        <a:p>
          <a:endParaRPr lang="en-US"/>
        </a:p>
      </dgm:t>
    </dgm:pt>
    <dgm:pt modelId="{540E0DBA-1DA3-4E09-A6DC-22E8A7CD7871}" type="sibTrans" cxnId="{E1AFB416-6359-4867-8A18-5CD2F35CF35F}">
      <dgm:prSet/>
      <dgm:spPr/>
      <dgm:t>
        <a:bodyPr/>
        <a:lstStyle/>
        <a:p>
          <a:endParaRPr lang="en-US"/>
        </a:p>
      </dgm:t>
    </dgm:pt>
    <dgm:pt modelId="{357AE5B4-A5F7-4900-97B9-FD510F80EB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Deep understanding of laundry care</a:t>
          </a:r>
        </a:p>
      </dgm:t>
    </dgm:pt>
    <dgm:pt modelId="{05E639EF-A424-4C73-9E93-31B73530EEEA}" type="parTrans" cxnId="{4252331C-C0B7-422E-9B08-2C6387B1CAD0}">
      <dgm:prSet/>
      <dgm:spPr/>
      <dgm:t>
        <a:bodyPr/>
        <a:lstStyle/>
        <a:p>
          <a:endParaRPr lang="en-US"/>
        </a:p>
      </dgm:t>
    </dgm:pt>
    <dgm:pt modelId="{81574B26-7341-42E9-BF40-E75742C79C98}" type="sibTrans" cxnId="{4252331C-C0B7-422E-9B08-2C6387B1CAD0}">
      <dgm:prSet/>
      <dgm:spPr/>
      <dgm:t>
        <a:bodyPr/>
        <a:lstStyle/>
        <a:p>
          <a:endParaRPr lang="en-US"/>
        </a:p>
      </dgm:t>
    </dgm:pt>
    <dgm:pt modelId="{C24E7F10-BD33-402A-9A6D-C01A28D90B79}">
      <dgm:prSet/>
      <dgm:spPr/>
      <dgm:t>
        <a:bodyPr/>
        <a:lstStyle/>
        <a:p>
          <a:r>
            <a:rPr lang="en-US" b="0" dirty="0"/>
            <a:t>Prior experience in handling textiles</a:t>
          </a:r>
        </a:p>
      </dgm:t>
    </dgm:pt>
    <dgm:pt modelId="{60B64791-A6D1-47CA-AEFD-E7EBFEBBCADD}" type="parTrans" cxnId="{9ED5230B-18D1-4EC7-BD5A-F664BF953DEB}">
      <dgm:prSet/>
      <dgm:spPr/>
      <dgm:t>
        <a:bodyPr/>
        <a:lstStyle/>
        <a:p>
          <a:endParaRPr lang="en-US"/>
        </a:p>
      </dgm:t>
    </dgm:pt>
    <dgm:pt modelId="{0522647F-B064-404E-9337-3014289A392C}" type="sibTrans" cxnId="{9ED5230B-18D1-4EC7-BD5A-F664BF953DEB}">
      <dgm:prSet/>
      <dgm:spPr/>
      <dgm:t>
        <a:bodyPr/>
        <a:lstStyle/>
        <a:p>
          <a:endParaRPr lang="en-US"/>
        </a:p>
      </dgm:t>
    </dgm:pt>
    <dgm:pt modelId="{3188867F-25CF-4E4F-A19C-48043C32BC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Ability to stay focused in fast-paced environments and respect others' belongings. </a:t>
          </a:r>
        </a:p>
      </dgm:t>
    </dgm:pt>
    <dgm:pt modelId="{3E7F493E-95C9-4250-A9BF-7C575CA9636F}" type="parTrans" cxnId="{1D73827B-2A18-4540-968D-806956006005}">
      <dgm:prSet/>
      <dgm:spPr/>
      <dgm:t>
        <a:bodyPr/>
        <a:lstStyle/>
        <a:p>
          <a:endParaRPr lang="en-US"/>
        </a:p>
      </dgm:t>
    </dgm:pt>
    <dgm:pt modelId="{E9B7EC01-646C-4915-B469-143A59144C21}" type="sibTrans" cxnId="{1D73827B-2A18-4540-968D-806956006005}">
      <dgm:prSet/>
      <dgm:spPr/>
      <dgm:t>
        <a:bodyPr/>
        <a:lstStyle/>
        <a:p>
          <a:endParaRPr lang="en-US"/>
        </a:p>
      </dgm:t>
    </dgm:pt>
    <dgm:pt modelId="{291034D7-8D05-44D6-90DB-C50B025599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Detail-oriented and strong time management skills</a:t>
          </a:r>
        </a:p>
      </dgm:t>
    </dgm:pt>
    <dgm:pt modelId="{E21F22B2-A254-4DF3-87D0-6B4BAA41B452}" type="parTrans" cxnId="{2C880568-534D-4A0F-875E-608CDED69D06}">
      <dgm:prSet/>
      <dgm:spPr/>
      <dgm:t>
        <a:bodyPr/>
        <a:lstStyle/>
        <a:p>
          <a:endParaRPr lang="en-US"/>
        </a:p>
      </dgm:t>
    </dgm:pt>
    <dgm:pt modelId="{2F7F8512-57CE-452E-B19B-DEF6024E6519}" type="sibTrans" cxnId="{2C880568-534D-4A0F-875E-608CDED69D06}">
      <dgm:prSet/>
      <dgm:spPr/>
      <dgm:t>
        <a:bodyPr/>
        <a:lstStyle/>
        <a:p>
          <a:endParaRPr lang="en-US"/>
        </a:p>
      </dgm:t>
    </dgm:pt>
    <dgm:pt modelId="{BC8C8B45-D567-4AF4-AFEF-09DFB1DD5C98}" type="pres">
      <dgm:prSet presAssocID="{41951DBE-7FF1-439E-AEC5-0FB39408E3FA}" presName="root" presStyleCnt="0">
        <dgm:presLayoutVars>
          <dgm:dir/>
          <dgm:resizeHandles val="exact"/>
        </dgm:presLayoutVars>
      </dgm:prSet>
      <dgm:spPr/>
    </dgm:pt>
    <dgm:pt modelId="{83EF7498-F511-4E22-BBA4-E05B4B55C6D1}" type="pres">
      <dgm:prSet presAssocID="{A6D59AF8-043C-475A-A0B0-72B20D744507}" presName="compNode" presStyleCnt="0"/>
      <dgm:spPr/>
    </dgm:pt>
    <dgm:pt modelId="{9DF63507-424B-4FD3-ADEA-F04B9E08E11C}" type="pres">
      <dgm:prSet presAssocID="{A6D59AF8-043C-475A-A0B0-72B20D744507}" presName="iconRect" presStyleLbl="node1" presStyleIdx="0" presStyleCnt="2" custLinFactNeighborX="1058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ink"/>
        </a:ext>
      </dgm:extLst>
    </dgm:pt>
    <dgm:pt modelId="{159E2660-0C9E-44AF-8112-6C5EB52D6D99}" type="pres">
      <dgm:prSet presAssocID="{A6D59AF8-043C-475A-A0B0-72B20D744507}" presName="iconSpace" presStyleCnt="0"/>
      <dgm:spPr/>
    </dgm:pt>
    <dgm:pt modelId="{B4486607-AA5D-4888-9EA1-F567CF029499}" type="pres">
      <dgm:prSet presAssocID="{A6D59AF8-043C-475A-A0B0-72B20D744507}" presName="parTx" presStyleLbl="revTx" presStyleIdx="0" presStyleCnt="4">
        <dgm:presLayoutVars>
          <dgm:chMax val="0"/>
          <dgm:chPref val="0"/>
        </dgm:presLayoutVars>
      </dgm:prSet>
      <dgm:spPr/>
    </dgm:pt>
    <dgm:pt modelId="{C324CF5E-C5B6-4244-8EB6-F7011931A55D}" type="pres">
      <dgm:prSet presAssocID="{A6D59AF8-043C-475A-A0B0-72B20D744507}" presName="txSpace" presStyleCnt="0"/>
      <dgm:spPr/>
    </dgm:pt>
    <dgm:pt modelId="{F9649452-847E-4AF4-ADCC-841D44C97D56}" type="pres">
      <dgm:prSet presAssocID="{A6D59AF8-043C-475A-A0B0-72B20D744507}" presName="desTx" presStyleLbl="revTx" presStyleIdx="1" presStyleCnt="4">
        <dgm:presLayoutVars/>
      </dgm:prSet>
      <dgm:spPr/>
    </dgm:pt>
    <dgm:pt modelId="{84CD4EAC-440F-4895-8EAA-54205406A1FA}" type="pres">
      <dgm:prSet presAssocID="{AAF9CE2B-3540-4E4C-B8CF-9137CE1B52FF}" presName="sibTrans" presStyleCnt="0"/>
      <dgm:spPr/>
    </dgm:pt>
    <dgm:pt modelId="{886180E9-71A5-4C2D-8158-E930F646BC1F}" type="pres">
      <dgm:prSet presAssocID="{381FB66F-0413-4C3A-967B-03F8A742EA6A}" presName="compNode" presStyleCnt="0"/>
      <dgm:spPr/>
    </dgm:pt>
    <dgm:pt modelId="{D74E07DA-0ADB-4B5C-92D7-F5D325F0757F}" type="pres">
      <dgm:prSet presAssocID="{381FB66F-0413-4C3A-967B-03F8A742EA6A}" presName="iconRect" presStyleLbl="node1" presStyleIdx="1" presStyleCnt="2" custLinFactNeighborX="-1190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iefcase"/>
        </a:ext>
      </dgm:extLst>
    </dgm:pt>
    <dgm:pt modelId="{6592D056-338D-44B2-B422-8B44B6B7F59F}" type="pres">
      <dgm:prSet presAssocID="{381FB66F-0413-4C3A-967B-03F8A742EA6A}" presName="iconSpace" presStyleCnt="0"/>
      <dgm:spPr/>
    </dgm:pt>
    <dgm:pt modelId="{BA301E8D-E04C-4E58-828B-9B60FC38847D}" type="pres">
      <dgm:prSet presAssocID="{381FB66F-0413-4C3A-967B-03F8A742EA6A}" presName="parTx" presStyleLbl="revTx" presStyleIdx="2" presStyleCnt="4">
        <dgm:presLayoutVars>
          <dgm:chMax val="0"/>
          <dgm:chPref val="0"/>
        </dgm:presLayoutVars>
      </dgm:prSet>
      <dgm:spPr/>
    </dgm:pt>
    <dgm:pt modelId="{4B3EF16B-04CC-4EF2-A8A3-4463E46155F6}" type="pres">
      <dgm:prSet presAssocID="{381FB66F-0413-4C3A-967B-03F8A742EA6A}" presName="txSpace" presStyleCnt="0"/>
      <dgm:spPr/>
    </dgm:pt>
    <dgm:pt modelId="{E39BBABB-4400-4B5B-9B41-21C3DFEE1055}" type="pres">
      <dgm:prSet presAssocID="{381FB66F-0413-4C3A-967B-03F8A742EA6A}" presName="desTx" presStyleLbl="revTx" presStyleIdx="3" presStyleCnt="4">
        <dgm:presLayoutVars/>
      </dgm:prSet>
      <dgm:spPr/>
    </dgm:pt>
  </dgm:ptLst>
  <dgm:cxnLst>
    <dgm:cxn modelId="{31407508-FB3C-4008-B5CB-B725637650B2}" type="presOf" srcId="{291034D7-8D05-44D6-90DB-C50B025599AB}" destId="{E39BBABB-4400-4B5B-9B41-21C3DFEE1055}" srcOrd="0" destOrd="3" presId="urn:microsoft.com/office/officeart/2018/2/layout/IconLabelDescriptionList"/>
    <dgm:cxn modelId="{9ED5230B-18D1-4EC7-BD5A-F664BF953DEB}" srcId="{357AE5B4-A5F7-4900-97B9-FD510F80EB7C}" destId="{C24E7F10-BD33-402A-9A6D-C01A28D90B79}" srcOrd="0" destOrd="0" parTransId="{60B64791-A6D1-47CA-AEFD-E7EBFEBBCADD}" sibTransId="{0522647F-B064-404E-9337-3014289A392C}"/>
    <dgm:cxn modelId="{AF97290C-7D00-4276-932B-A8E27C39C153}" type="presOf" srcId="{41951DBE-7FF1-439E-AEC5-0FB39408E3FA}" destId="{BC8C8B45-D567-4AF4-AFEF-09DFB1DD5C98}" srcOrd="0" destOrd="0" presId="urn:microsoft.com/office/officeart/2018/2/layout/IconLabelDescriptionList"/>
    <dgm:cxn modelId="{72977911-3280-4A5F-9E27-95CD1F38344A}" srcId="{2A273598-85B2-407F-BDA5-8ED1AF15D1E0}" destId="{168D892B-3121-420B-BA5C-EFCA0030685E}" srcOrd="0" destOrd="0" parTransId="{CC7F5A92-71D8-4050-8A02-A3346B841838}" sibTransId="{11FB156E-3BAC-4021-89CA-913312431C6E}"/>
    <dgm:cxn modelId="{50EE5415-E2BF-4D2A-83CD-D0268BE3FA30}" type="presOf" srcId="{15E6B1D8-1427-49D0-A980-9474E4A7A262}" destId="{F9649452-847E-4AF4-ADCC-841D44C97D56}" srcOrd="0" destOrd="3" presId="urn:microsoft.com/office/officeart/2018/2/layout/IconLabelDescriptionList"/>
    <dgm:cxn modelId="{E1AFB416-6359-4867-8A18-5CD2F35CF35F}" srcId="{41951DBE-7FF1-439E-AEC5-0FB39408E3FA}" destId="{381FB66F-0413-4C3A-967B-03F8A742EA6A}" srcOrd="1" destOrd="0" parTransId="{62CFFEF0-2F8D-4EE3-9142-15321E3C52B5}" sibTransId="{540E0DBA-1DA3-4E09-A6DC-22E8A7CD7871}"/>
    <dgm:cxn modelId="{4252331C-C0B7-422E-9B08-2C6387B1CAD0}" srcId="{381FB66F-0413-4C3A-967B-03F8A742EA6A}" destId="{357AE5B4-A5F7-4900-97B9-FD510F80EB7C}" srcOrd="0" destOrd="0" parTransId="{05E639EF-A424-4C73-9E93-31B73530EEEA}" sibTransId="{81574B26-7341-42E9-BF40-E75742C79C98}"/>
    <dgm:cxn modelId="{A9A8003F-D271-4171-8541-7FC7AA62D949}" type="presOf" srcId="{2A273598-85B2-407F-BDA5-8ED1AF15D1E0}" destId="{F9649452-847E-4AF4-ADCC-841D44C97D56}" srcOrd="0" destOrd="0" presId="urn:microsoft.com/office/officeart/2018/2/layout/IconLabelDescriptionList"/>
    <dgm:cxn modelId="{654F7E54-B5F1-4918-A52D-D4A81AFB447B}" srcId="{41951DBE-7FF1-439E-AEC5-0FB39408E3FA}" destId="{A6D59AF8-043C-475A-A0B0-72B20D744507}" srcOrd="0" destOrd="0" parTransId="{854E9AD7-812A-489A-84F1-0A856197B48A}" sibTransId="{AAF9CE2B-3540-4E4C-B8CF-9137CE1B52FF}"/>
    <dgm:cxn modelId="{2B704158-0BB7-4DBA-8638-1B4BB32A034E}" type="presOf" srcId="{C24E7F10-BD33-402A-9A6D-C01A28D90B79}" destId="{E39BBABB-4400-4B5B-9B41-21C3DFEE1055}" srcOrd="0" destOrd="1" presId="urn:microsoft.com/office/officeart/2018/2/layout/IconLabelDescriptionList"/>
    <dgm:cxn modelId="{2C880568-534D-4A0F-875E-608CDED69D06}" srcId="{381FB66F-0413-4C3A-967B-03F8A742EA6A}" destId="{291034D7-8D05-44D6-90DB-C50B025599AB}" srcOrd="2" destOrd="0" parTransId="{E21F22B2-A254-4DF3-87D0-6B4BAA41B452}" sibTransId="{2F7F8512-57CE-452E-B19B-DEF6024E6519}"/>
    <dgm:cxn modelId="{2031346A-DF9C-4E6F-AA37-6799C7089EC7}" srcId="{A6D59AF8-043C-475A-A0B0-72B20D744507}" destId="{86F52261-CFA1-4243-B0AB-50F5C7852863}" srcOrd="1" destOrd="0" parTransId="{9754761D-7628-4808-A930-597BFD1345FB}" sibTransId="{FB3F1810-96DF-4A86-BEAC-A1E22F0A2D14}"/>
    <dgm:cxn modelId="{BE31BF7A-20DF-4E7B-BB3A-FE569088B477}" type="presOf" srcId="{3188867F-25CF-4E4F-A19C-48043C32BCC9}" destId="{E39BBABB-4400-4B5B-9B41-21C3DFEE1055}" srcOrd="0" destOrd="2" presId="urn:microsoft.com/office/officeart/2018/2/layout/IconLabelDescriptionList"/>
    <dgm:cxn modelId="{1D73827B-2A18-4540-968D-806956006005}" srcId="{381FB66F-0413-4C3A-967B-03F8A742EA6A}" destId="{3188867F-25CF-4E4F-A19C-48043C32BCC9}" srcOrd="1" destOrd="0" parTransId="{3E7F493E-95C9-4250-A9BF-7C575CA9636F}" sibTransId="{E9B7EC01-646C-4915-B469-143A59144C21}"/>
    <dgm:cxn modelId="{56C20F7E-FAD6-4139-8167-E5BA0C9B6DE7}" type="presOf" srcId="{381FB66F-0413-4C3A-967B-03F8A742EA6A}" destId="{BA301E8D-E04C-4E58-828B-9B60FC38847D}" srcOrd="0" destOrd="0" presId="urn:microsoft.com/office/officeart/2018/2/layout/IconLabelDescriptionList"/>
    <dgm:cxn modelId="{33ED0C9B-BAAD-4A95-B905-B356624D6084}" type="presOf" srcId="{357AE5B4-A5F7-4900-97B9-FD510F80EB7C}" destId="{E39BBABB-4400-4B5B-9B41-21C3DFEE1055}" srcOrd="0" destOrd="0" presId="urn:microsoft.com/office/officeart/2018/2/layout/IconLabelDescriptionList"/>
    <dgm:cxn modelId="{8B4C44A7-6E43-48E5-A2EA-EAB28DE91ACA}" type="presOf" srcId="{168D892B-3121-420B-BA5C-EFCA0030685E}" destId="{F9649452-847E-4AF4-ADCC-841D44C97D56}" srcOrd="0" destOrd="1" presId="urn:microsoft.com/office/officeart/2018/2/layout/IconLabelDescriptionList"/>
    <dgm:cxn modelId="{01C89BC7-2BD0-4C56-BF4D-5FEC7A67135A}" type="presOf" srcId="{86F52261-CFA1-4243-B0AB-50F5C7852863}" destId="{F9649452-847E-4AF4-ADCC-841D44C97D56}" srcOrd="0" destOrd="2" presId="urn:microsoft.com/office/officeart/2018/2/layout/IconLabelDescriptionList"/>
    <dgm:cxn modelId="{5B1C72CB-820D-4F33-8C6F-0FA3A3374B73}" type="presOf" srcId="{A6D59AF8-043C-475A-A0B0-72B20D744507}" destId="{B4486607-AA5D-4888-9EA1-F567CF029499}" srcOrd="0" destOrd="0" presId="urn:microsoft.com/office/officeart/2018/2/layout/IconLabelDescriptionList"/>
    <dgm:cxn modelId="{679392DC-9BAD-41D1-9413-60CED1C60ED8}" srcId="{A6D59AF8-043C-475A-A0B0-72B20D744507}" destId="{15E6B1D8-1427-49D0-A980-9474E4A7A262}" srcOrd="2" destOrd="0" parTransId="{FF88E8CA-68AD-4102-B62E-A9A15DDC8E8D}" sibTransId="{143C920D-FD39-4DD6-9BA0-D2A7BC268DF8}"/>
    <dgm:cxn modelId="{D3F420F9-5E62-4CD3-83E1-605F32E97E46}" srcId="{A6D59AF8-043C-475A-A0B0-72B20D744507}" destId="{2A273598-85B2-407F-BDA5-8ED1AF15D1E0}" srcOrd="0" destOrd="0" parTransId="{F470C173-989C-45A5-B283-B9FC2EE4ACBD}" sibTransId="{41634EFE-E382-4CD2-894E-312034032051}"/>
    <dgm:cxn modelId="{DB44DE3D-2B7A-42A1-8E48-6AAEEC824DA0}" type="presParOf" srcId="{BC8C8B45-D567-4AF4-AFEF-09DFB1DD5C98}" destId="{83EF7498-F511-4E22-BBA4-E05B4B55C6D1}" srcOrd="0" destOrd="0" presId="urn:microsoft.com/office/officeart/2018/2/layout/IconLabelDescriptionList"/>
    <dgm:cxn modelId="{6194FC8D-F4D1-4ADB-82EC-ABB952B25CF2}" type="presParOf" srcId="{83EF7498-F511-4E22-BBA4-E05B4B55C6D1}" destId="{9DF63507-424B-4FD3-ADEA-F04B9E08E11C}" srcOrd="0" destOrd="0" presId="urn:microsoft.com/office/officeart/2018/2/layout/IconLabelDescriptionList"/>
    <dgm:cxn modelId="{3C0FE2A0-560E-4B2A-8AA6-F53D04DF4CD7}" type="presParOf" srcId="{83EF7498-F511-4E22-BBA4-E05B4B55C6D1}" destId="{159E2660-0C9E-44AF-8112-6C5EB52D6D99}" srcOrd="1" destOrd="0" presId="urn:microsoft.com/office/officeart/2018/2/layout/IconLabelDescriptionList"/>
    <dgm:cxn modelId="{A6A34232-4E6E-43C1-8448-162E7C5E8114}" type="presParOf" srcId="{83EF7498-F511-4E22-BBA4-E05B4B55C6D1}" destId="{B4486607-AA5D-4888-9EA1-F567CF029499}" srcOrd="2" destOrd="0" presId="urn:microsoft.com/office/officeart/2018/2/layout/IconLabelDescriptionList"/>
    <dgm:cxn modelId="{9A3B19A6-564D-4730-9205-5ACC082075F4}" type="presParOf" srcId="{83EF7498-F511-4E22-BBA4-E05B4B55C6D1}" destId="{C324CF5E-C5B6-4244-8EB6-F7011931A55D}" srcOrd="3" destOrd="0" presId="urn:microsoft.com/office/officeart/2018/2/layout/IconLabelDescriptionList"/>
    <dgm:cxn modelId="{7BD39FFC-E125-461F-A405-A23C58955B07}" type="presParOf" srcId="{83EF7498-F511-4E22-BBA4-E05B4B55C6D1}" destId="{F9649452-847E-4AF4-ADCC-841D44C97D56}" srcOrd="4" destOrd="0" presId="urn:microsoft.com/office/officeart/2018/2/layout/IconLabelDescriptionList"/>
    <dgm:cxn modelId="{016EA53A-4A79-411F-BAEB-62443B856799}" type="presParOf" srcId="{BC8C8B45-D567-4AF4-AFEF-09DFB1DD5C98}" destId="{84CD4EAC-440F-4895-8EAA-54205406A1FA}" srcOrd="1" destOrd="0" presId="urn:microsoft.com/office/officeart/2018/2/layout/IconLabelDescriptionList"/>
    <dgm:cxn modelId="{45D840F4-159E-45FC-8066-D9D95C9F0DFF}" type="presParOf" srcId="{BC8C8B45-D567-4AF4-AFEF-09DFB1DD5C98}" destId="{886180E9-71A5-4C2D-8158-E930F646BC1F}" srcOrd="2" destOrd="0" presId="urn:microsoft.com/office/officeart/2018/2/layout/IconLabelDescriptionList"/>
    <dgm:cxn modelId="{DC7F6660-7B4F-454F-B1BC-F98D062F4ACD}" type="presParOf" srcId="{886180E9-71A5-4C2D-8158-E930F646BC1F}" destId="{D74E07DA-0ADB-4B5C-92D7-F5D325F0757F}" srcOrd="0" destOrd="0" presId="urn:microsoft.com/office/officeart/2018/2/layout/IconLabelDescriptionList"/>
    <dgm:cxn modelId="{D3AB8274-BA23-4D3C-A289-F17AE8483624}" type="presParOf" srcId="{886180E9-71A5-4C2D-8158-E930F646BC1F}" destId="{6592D056-338D-44B2-B422-8B44B6B7F59F}" srcOrd="1" destOrd="0" presId="urn:microsoft.com/office/officeart/2018/2/layout/IconLabelDescriptionList"/>
    <dgm:cxn modelId="{FCF319FC-17B3-4D12-B1DE-4A46859A5B91}" type="presParOf" srcId="{886180E9-71A5-4C2D-8158-E930F646BC1F}" destId="{BA301E8D-E04C-4E58-828B-9B60FC38847D}" srcOrd="2" destOrd="0" presId="urn:microsoft.com/office/officeart/2018/2/layout/IconLabelDescriptionList"/>
    <dgm:cxn modelId="{60EECE61-E9A5-4BAF-A29F-B194DFE85F8D}" type="presParOf" srcId="{886180E9-71A5-4C2D-8158-E930F646BC1F}" destId="{4B3EF16B-04CC-4EF2-A8A3-4463E46155F6}" srcOrd="3" destOrd="0" presId="urn:microsoft.com/office/officeart/2018/2/layout/IconLabelDescriptionList"/>
    <dgm:cxn modelId="{C3BC7310-CE48-43E7-9180-4A88B84C496B}" type="presParOf" srcId="{886180E9-71A5-4C2D-8158-E930F646BC1F}" destId="{E39BBABB-4400-4B5B-9B41-21C3DFEE1055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1951DBE-7FF1-439E-AEC5-0FB39408E3FA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416EAB-8C8B-4710-8FC5-B193BB6A6D92}">
      <dgm:prSet phldr="0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500" b="1">
              <a:latin typeface="Corbel" panose="020B0503020204020204"/>
            </a:rPr>
            <a:t>Advertising Plan</a:t>
          </a:r>
        </a:p>
      </dgm:t>
    </dgm:pt>
    <dgm:pt modelId="{9F329414-ACFB-4C9E-8ABE-57D08D26B7D8}" type="parTrans" cxnId="{8693C400-7D6F-4D87-9429-BB7F3CC41D5A}">
      <dgm:prSet/>
      <dgm:spPr/>
      <dgm:t>
        <a:bodyPr/>
        <a:lstStyle/>
        <a:p>
          <a:endParaRPr lang="en-US"/>
        </a:p>
      </dgm:t>
    </dgm:pt>
    <dgm:pt modelId="{5E9190EC-1B30-4D4E-812E-89C09B021989}" type="sibTrans" cxnId="{8693C400-7D6F-4D87-9429-BB7F3CC41D5A}">
      <dgm:prSet/>
      <dgm:spPr/>
      <dgm:t>
        <a:bodyPr/>
        <a:lstStyle/>
        <a:p>
          <a:endParaRPr lang="en-US"/>
        </a:p>
      </dgm:t>
    </dgm:pt>
    <dgm:pt modelId="{F61837E8-3E2D-4540-9451-FD908C48CDCD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sz="1500" b="0" dirty="0">
              <a:latin typeface="Corbel" panose="020B0503020204020204"/>
            </a:rPr>
            <a:t>Post job listings on LinkedIn, Handshake, and Indeed</a:t>
          </a:r>
        </a:p>
      </dgm:t>
    </dgm:pt>
    <dgm:pt modelId="{CA821DBB-E9FD-4F46-9746-FC393589917B}" type="parTrans" cxnId="{4EDA94D9-28BC-42D4-80EE-3A7E1E3CCDC1}">
      <dgm:prSet/>
      <dgm:spPr/>
      <dgm:t>
        <a:bodyPr/>
        <a:lstStyle/>
        <a:p>
          <a:endParaRPr lang="en-US"/>
        </a:p>
      </dgm:t>
    </dgm:pt>
    <dgm:pt modelId="{1BF80500-D236-4F34-8A3E-BC48222AFC81}" type="sibTrans" cxnId="{4EDA94D9-28BC-42D4-80EE-3A7E1E3CCDC1}">
      <dgm:prSet/>
      <dgm:spPr/>
      <dgm:t>
        <a:bodyPr/>
        <a:lstStyle/>
        <a:p>
          <a:endParaRPr lang="en-US"/>
        </a:p>
      </dgm:t>
    </dgm:pt>
    <dgm:pt modelId="{DF880FD9-5A3D-49AB-A2B7-5CE776EAC984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sz="1500" b="0" dirty="0">
              <a:latin typeface="Corbel" panose="020B0503020204020204"/>
            </a:rPr>
            <a:t>Distribute flyers and posters in Rutgers dorms, student centers, and dining halls. </a:t>
          </a:r>
        </a:p>
      </dgm:t>
    </dgm:pt>
    <dgm:pt modelId="{04F1DE0C-4E29-4910-B8C2-9F9BFB803A8E}" type="parTrans" cxnId="{0EC7FDB1-F76E-42CE-83F4-EE2B9D66F56B}">
      <dgm:prSet/>
      <dgm:spPr/>
      <dgm:t>
        <a:bodyPr/>
        <a:lstStyle/>
        <a:p>
          <a:endParaRPr lang="en-US"/>
        </a:p>
      </dgm:t>
    </dgm:pt>
    <dgm:pt modelId="{8E37F771-B7FC-4C83-8EB7-C4FBA1DE7773}" type="sibTrans" cxnId="{0EC7FDB1-F76E-42CE-83F4-EE2B9D66F56B}">
      <dgm:prSet/>
      <dgm:spPr/>
      <dgm:t>
        <a:bodyPr/>
        <a:lstStyle/>
        <a:p>
          <a:endParaRPr lang="en-US"/>
        </a:p>
      </dgm:t>
    </dgm:pt>
    <dgm:pt modelId="{21053B06-EDD8-4D4C-977C-84659C97F207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sz="1500" b="0" dirty="0">
              <a:latin typeface="Corbel" panose="020B0503020204020204"/>
            </a:rPr>
            <a:t>Promote openings on campus social media pages and </a:t>
          </a:r>
          <a:r>
            <a:rPr lang="en-US" sz="1500" b="0" dirty="0" err="1">
              <a:latin typeface="Corbel" panose="020B0503020204020204"/>
            </a:rPr>
            <a:t>GroupMegroup</a:t>
          </a:r>
          <a:r>
            <a:rPr lang="en-US" sz="1500" b="0" dirty="0">
              <a:latin typeface="Corbel" panose="020B0503020204020204"/>
            </a:rPr>
            <a:t> chats.</a:t>
          </a:r>
        </a:p>
      </dgm:t>
    </dgm:pt>
    <dgm:pt modelId="{B618463B-EAA2-4786-B808-859CEA29367D}" type="parTrans" cxnId="{2D2D467F-4FCF-4870-8C8B-1F65BF9ADA85}">
      <dgm:prSet/>
      <dgm:spPr/>
      <dgm:t>
        <a:bodyPr/>
        <a:lstStyle/>
        <a:p>
          <a:endParaRPr lang="en-US"/>
        </a:p>
      </dgm:t>
    </dgm:pt>
    <dgm:pt modelId="{84A6E093-07D8-4686-AE90-8A4684B16115}" type="sibTrans" cxnId="{2D2D467F-4FCF-4870-8C8B-1F65BF9ADA85}">
      <dgm:prSet/>
      <dgm:spPr/>
      <dgm:t>
        <a:bodyPr/>
        <a:lstStyle/>
        <a:p>
          <a:endParaRPr lang="en-US"/>
        </a:p>
      </dgm:t>
    </dgm:pt>
    <dgm:pt modelId="{F75FA3B0-C020-437E-84C2-82143690C85F}">
      <dgm:prSet phldr="0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500" b="1" dirty="0">
              <a:latin typeface="Corbel" panose="020B0503020204020204"/>
            </a:rPr>
            <a:t>Criteria for Selection</a:t>
          </a:r>
        </a:p>
      </dgm:t>
    </dgm:pt>
    <dgm:pt modelId="{F444C61C-FFFE-4529-987E-EA1C46606C1F}" type="parTrans" cxnId="{54B68F12-95A7-49F4-94BF-D5548C3B9198}">
      <dgm:prSet/>
      <dgm:spPr/>
      <dgm:t>
        <a:bodyPr/>
        <a:lstStyle/>
        <a:p>
          <a:endParaRPr lang="en-US"/>
        </a:p>
      </dgm:t>
    </dgm:pt>
    <dgm:pt modelId="{80630929-327A-491B-9E25-91A2DA895D65}" type="sibTrans" cxnId="{54B68F12-95A7-49F4-94BF-D5548C3B9198}">
      <dgm:prSet/>
      <dgm:spPr/>
      <dgm:t>
        <a:bodyPr/>
        <a:lstStyle/>
        <a:p>
          <a:endParaRPr lang="en-US"/>
        </a:p>
      </dgm:t>
    </dgm:pt>
    <dgm:pt modelId="{B57376A7-D1BB-451F-B855-49640630FFD1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sz="1500" b="0" dirty="0">
              <a:latin typeface="Corbel" panose="020B0503020204020204"/>
            </a:rPr>
            <a:t>Prior customer service or retail experience preferred</a:t>
          </a:r>
        </a:p>
      </dgm:t>
    </dgm:pt>
    <dgm:pt modelId="{C3FB6078-4A46-4E25-9BCB-B5D09E48D062}" type="parTrans" cxnId="{63DEC2FA-D8F3-4EA3-A191-58D9D8F2AD5F}">
      <dgm:prSet/>
      <dgm:spPr/>
      <dgm:t>
        <a:bodyPr/>
        <a:lstStyle/>
        <a:p>
          <a:endParaRPr lang="en-US"/>
        </a:p>
      </dgm:t>
    </dgm:pt>
    <dgm:pt modelId="{1FDDE456-839F-4C9B-9504-BFE3A4195CF9}" type="sibTrans" cxnId="{63DEC2FA-D8F3-4EA3-A191-58D9D8F2AD5F}">
      <dgm:prSet/>
      <dgm:spPr/>
      <dgm:t>
        <a:bodyPr/>
        <a:lstStyle/>
        <a:p>
          <a:endParaRPr lang="en-US"/>
        </a:p>
      </dgm:t>
    </dgm:pt>
    <dgm:pt modelId="{4BC570B9-4DD4-45F2-845A-9E937EA1472C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sz="1900" b="0" dirty="0">
              <a:latin typeface="Corbel" panose="020B0503020204020204"/>
            </a:rPr>
            <a:t>Strong references from previous jobs </a:t>
          </a:r>
        </a:p>
      </dgm:t>
    </dgm:pt>
    <dgm:pt modelId="{337CA3D4-419B-4855-8CD5-B591DBD810AB}" type="parTrans" cxnId="{399F9EC5-9573-4407-806F-A5DA09CD7190}">
      <dgm:prSet/>
      <dgm:spPr/>
      <dgm:t>
        <a:bodyPr/>
        <a:lstStyle/>
        <a:p>
          <a:endParaRPr lang="en-US"/>
        </a:p>
      </dgm:t>
    </dgm:pt>
    <dgm:pt modelId="{57000A3F-C714-4D33-9D69-7D14D5814D06}" type="sibTrans" cxnId="{399F9EC5-9573-4407-806F-A5DA09CD7190}">
      <dgm:prSet/>
      <dgm:spPr/>
      <dgm:t>
        <a:bodyPr/>
        <a:lstStyle/>
        <a:p>
          <a:endParaRPr lang="en-US"/>
        </a:p>
      </dgm:t>
    </dgm:pt>
    <dgm:pt modelId="{A8405A1F-F2F1-4156-A507-15A18130005A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sz="1500" b="0">
              <a:latin typeface="Corbel" panose="020B0503020204020204"/>
            </a:rPr>
            <a:t>Positive and professional attitude</a:t>
          </a:r>
        </a:p>
      </dgm:t>
    </dgm:pt>
    <dgm:pt modelId="{480FB437-C46D-4614-8B28-27B195E3C77E}" type="parTrans" cxnId="{761AD405-8880-4F01-A214-6DE9352569B3}">
      <dgm:prSet/>
      <dgm:spPr/>
      <dgm:t>
        <a:bodyPr/>
        <a:lstStyle/>
        <a:p>
          <a:endParaRPr lang="en-US"/>
        </a:p>
      </dgm:t>
    </dgm:pt>
    <dgm:pt modelId="{AC4E9A27-1F1A-4446-AD0C-959314C49D0E}" type="sibTrans" cxnId="{761AD405-8880-4F01-A214-6DE9352569B3}">
      <dgm:prSet/>
      <dgm:spPr/>
      <dgm:t>
        <a:bodyPr/>
        <a:lstStyle/>
        <a:p>
          <a:endParaRPr lang="en-US"/>
        </a:p>
      </dgm:t>
    </dgm:pt>
    <dgm:pt modelId="{310E8728-70CA-46F5-B73A-591E2F716328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sz="1500" b="0" dirty="0">
              <a:latin typeface="Corbel" panose="020B0503020204020204"/>
            </a:rPr>
            <a:t>Strong references from previous jobs </a:t>
          </a:r>
        </a:p>
      </dgm:t>
    </dgm:pt>
    <dgm:pt modelId="{560313BD-776B-4C72-8F17-F2E1078DAC1F}" type="parTrans" cxnId="{5A254CCE-A320-4119-867F-6AFB2B5A86C8}">
      <dgm:prSet/>
      <dgm:spPr/>
      <dgm:t>
        <a:bodyPr/>
        <a:lstStyle/>
        <a:p>
          <a:endParaRPr lang="en-US"/>
        </a:p>
      </dgm:t>
    </dgm:pt>
    <dgm:pt modelId="{47B72CD8-0388-40B9-9E5D-C14C4D582AAC}" type="sibTrans" cxnId="{5A254CCE-A320-4119-867F-6AFB2B5A86C8}">
      <dgm:prSet/>
      <dgm:spPr/>
      <dgm:t>
        <a:bodyPr/>
        <a:lstStyle/>
        <a:p>
          <a:endParaRPr lang="en-US"/>
        </a:p>
      </dgm:t>
    </dgm:pt>
    <dgm:pt modelId="{06F84670-08E4-47A3-9006-13744F298D2E}">
      <dgm:prSet phldr="0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100" b="1" dirty="0">
              <a:solidFill>
                <a:schemeClr val="tx1"/>
              </a:solidFill>
              <a:latin typeface="Calibri"/>
              <a:ea typeface="Calibri"/>
              <a:cs typeface="Calibri"/>
            </a:rPr>
            <a:t>Compensation Plan</a:t>
          </a:r>
        </a:p>
      </dgm:t>
    </dgm:pt>
    <dgm:pt modelId="{6D555ABE-B1E8-40B4-8BCF-753C83A332EF}" type="parTrans" cxnId="{62B5370F-6754-4269-88A1-B66C414F87C0}">
      <dgm:prSet/>
      <dgm:spPr/>
      <dgm:t>
        <a:bodyPr/>
        <a:lstStyle/>
        <a:p>
          <a:endParaRPr lang="en-US"/>
        </a:p>
      </dgm:t>
    </dgm:pt>
    <dgm:pt modelId="{874EC6C8-7CA6-466B-A05E-5EB28105D13A}" type="sibTrans" cxnId="{62B5370F-6754-4269-88A1-B66C414F87C0}">
      <dgm:prSet/>
      <dgm:spPr/>
      <dgm:t>
        <a:bodyPr/>
        <a:lstStyle/>
        <a:p>
          <a:endParaRPr lang="en-US"/>
        </a:p>
      </dgm:t>
    </dgm:pt>
    <dgm:pt modelId="{EE29C94C-DABE-488A-B6E1-7325DA6144CB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sz="1100" b="0" dirty="0">
              <a:solidFill>
                <a:schemeClr val="tx1"/>
              </a:solidFill>
              <a:latin typeface="Calibri"/>
              <a:ea typeface="Calibri"/>
              <a:cs typeface="Calibri"/>
            </a:rPr>
            <a:t>Starting pay for part-time employees ranges from $15-18 an hour</a:t>
          </a:r>
        </a:p>
      </dgm:t>
    </dgm:pt>
    <dgm:pt modelId="{F1421305-2B4E-48E8-9B31-D183C4E550B9}" type="parTrans" cxnId="{0ACB5D56-96F6-4611-96D9-21FFFF14E188}">
      <dgm:prSet/>
      <dgm:spPr/>
      <dgm:t>
        <a:bodyPr/>
        <a:lstStyle/>
        <a:p>
          <a:endParaRPr lang="en-US"/>
        </a:p>
      </dgm:t>
    </dgm:pt>
    <dgm:pt modelId="{6F46EEBB-C719-4F7A-8C54-BB8B67B949DF}" type="sibTrans" cxnId="{0ACB5D56-96F6-4611-96D9-21FFFF14E188}">
      <dgm:prSet/>
      <dgm:spPr/>
      <dgm:t>
        <a:bodyPr/>
        <a:lstStyle/>
        <a:p>
          <a:endParaRPr lang="en-US"/>
        </a:p>
      </dgm:t>
    </dgm:pt>
    <dgm:pt modelId="{EDAE3D0D-F873-4575-9667-28D89272548B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sz="1100" b="0">
              <a:solidFill>
                <a:schemeClr val="tx1"/>
              </a:solidFill>
              <a:latin typeface="Calibri"/>
              <a:ea typeface="Calibri"/>
              <a:cs typeface="Calibri"/>
            </a:rPr>
            <a:t>Benefits for part-time: free/discounted laundry service, flexible scheduling for students.</a:t>
          </a:r>
        </a:p>
      </dgm:t>
    </dgm:pt>
    <dgm:pt modelId="{2F4D5886-22BB-42F9-A52A-ACA557794C2F}" type="parTrans" cxnId="{4A5EFBDE-2B61-4692-9DCB-57F92A484DC1}">
      <dgm:prSet/>
      <dgm:spPr/>
      <dgm:t>
        <a:bodyPr/>
        <a:lstStyle/>
        <a:p>
          <a:endParaRPr lang="en-US"/>
        </a:p>
      </dgm:t>
    </dgm:pt>
    <dgm:pt modelId="{9E112229-9A49-4F57-B437-903795D2C5FA}" type="sibTrans" cxnId="{4A5EFBDE-2B61-4692-9DCB-57F92A484DC1}">
      <dgm:prSet/>
      <dgm:spPr/>
      <dgm:t>
        <a:bodyPr/>
        <a:lstStyle/>
        <a:p>
          <a:endParaRPr lang="en-US"/>
        </a:p>
      </dgm:t>
    </dgm:pt>
    <dgm:pt modelId="{823B15CF-A8D1-40C7-ABEC-760437520173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sz="1100" b="0" dirty="0">
              <a:solidFill>
                <a:schemeClr val="tx1"/>
              </a:solidFill>
              <a:latin typeface="Calibri"/>
              <a:ea typeface="Calibri"/>
              <a:cs typeface="Calibri"/>
            </a:rPr>
            <a:t>Benefits for full-time: health, dental, and vision insurance</a:t>
          </a:r>
        </a:p>
      </dgm:t>
    </dgm:pt>
    <dgm:pt modelId="{C3CC0A36-4DDE-4CD5-9083-F9930090B134}" type="parTrans" cxnId="{7B485A60-E6DD-47A1-8886-20D150ABF3A0}">
      <dgm:prSet/>
      <dgm:spPr/>
      <dgm:t>
        <a:bodyPr/>
        <a:lstStyle/>
        <a:p>
          <a:endParaRPr lang="en-US"/>
        </a:p>
      </dgm:t>
    </dgm:pt>
    <dgm:pt modelId="{4D6F7333-E033-40BC-9E86-F40321415EAB}" type="sibTrans" cxnId="{7B485A60-E6DD-47A1-8886-20D150ABF3A0}">
      <dgm:prSet/>
      <dgm:spPr/>
      <dgm:t>
        <a:bodyPr/>
        <a:lstStyle/>
        <a:p>
          <a:endParaRPr lang="en-US"/>
        </a:p>
      </dgm:t>
    </dgm:pt>
    <dgm:pt modelId="{BC8C8B45-D567-4AF4-AFEF-09DFB1DD5C98}" type="pres">
      <dgm:prSet presAssocID="{41951DBE-7FF1-439E-AEC5-0FB39408E3FA}" presName="root" presStyleCnt="0">
        <dgm:presLayoutVars>
          <dgm:dir/>
          <dgm:resizeHandles val="exact"/>
        </dgm:presLayoutVars>
      </dgm:prSet>
      <dgm:spPr/>
    </dgm:pt>
    <dgm:pt modelId="{7262E914-82B5-492C-9610-B534606947D3}" type="pres">
      <dgm:prSet presAssocID="{26416EAB-8C8B-4710-8FC5-B193BB6A6D92}" presName="compNode" presStyleCnt="0"/>
      <dgm:spPr/>
    </dgm:pt>
    <dgm:pt modelId="{8A01ACB7-AE01-42AB-8E41-7D65198BCAF4}" type="pres">
      <dgm:prSet presAssocID="{26416EAB-8C8B-4710-8FC5-B193BB6A6D92}" presName="iconRect" presStyleLbl="node1" presStyleIdx="0" presStyleCnt="3" custLinFactNeighborX="67204" custLinFactNeighborY="545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ln>
          <a:solidFill>
            <a:schemeClr val="bg1"/>
          </a:solidFill>
        </a:ln>
      </dgm:spPr>
      <dgm:extLst>
        <a:ext uri="{E40237B7-FDA0-4F09-8148-C483321AD2D9}">
          <dgm14:cNvPr xmlns:dgm14="http://schemas.microsoft.com/office/drawing/2010/diagram" id="0" name="" descr="A blue folder with black background&#10;&#10;AI-generated content may be incorrect."/>
        </a:ext>
      </dgm:extLst>
    </dgm:pt>
    <dgm:pt modelId="{E11A52BF-ADDA-4871-96CA-DC06DC1A1380}" type="pres">
      <dgm:prSet presAssocID="{26416EAB-8C8B-4710-8FC5-B193BB6A6D92}" presName="iconSpace" presStyleCnt="0"/>
      <dgm:spPr/>
    </dgm:pt>
    <dgm:pt modelId="{4759CCE3-FD16-4817-86DF-5705C0696B1E}" type="pres">
      <dgm:prSet presAssocID="{26416EAB-8C8B-4710-8FC5-B193BB6A6D92}" presName="parTx" presStyleLbl="revTx" presStyleIdx="0" presStyleCnt="6">
        <dgm:presLayoutVars>
          <dgm:chMax val="0"/>
          <dgm:chPref val="0"/>
        </dgm:presLayoutVars>
      </dgm:prSet>
      <dgm:spPr/>
    </dgm:pt>
    <dgm:pt modelId="{1EE3F237-ABC9-485D-A1EC-30895CAC5101}" type="pres">
      <dgm:prSet presAssocID="{26416EAB-8C8B-4710-8FC5-B193BB6A6D92}" presName="txSpace" presStyleCnt="0"/>
      <dgm:spPr/>
    </dgm:pt>
    <dgm:pt modelId="{F55F08D4-1055-48A6-A95F-15BB58FF6124}" type="pres">
      <dgm:prSet presAssocID="{26416EAB-8C8B-4710-8FC5-B193BB6A6D92}" presName="desTx" presStyleLbl="revTx" presStyleIdx="1" presStyleCnt="6">
        <dgm:presLayoutVars/>
      </dgm:prSet>
      <dgm:spPr/>
    </dgm:pt>
    <dgm:pt modelId="{88425951-EF06-4850-830C-69FD6B1B4ADE}" type="pres">
      <dgm:prSet presAssocID="{5E9190EC-1B30-4D4E-812E-89C09B021989}" presName="sibTrans" presStyleCnt="0"/>
      <dgm:spPr/>
    </dgm:pt>
    <dgm:pt modelId="{5B9AECC9-0643-4FAF-94ED-9B8F121A00A8}" type="pres">
      <dgm:prSet presAssocID="{F75FA3B0-C020-437E-84C2-82143690C85F}" presName="compNode" presStyleCnt="0"/>
      <dgm:spPr/>
    </dgm:pt>
    <dgm:pt modelId="{333A9B05-C336-496C-9BA9-91A86435B687}" type="pres">
      <dgm:prSet presAssocID="{F75FA3B0-C020-437E-84C2-82143690C85F}" presName="iconRect" presStyleLbl="node1" presStyleIdx="1" presStyleCnt="3" custLinFactNeighborX="65588" custLinFactNeighborY="-72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 blue check mark on a white background&#10;&#10;AI-generated content may be incorrect."/>
        </a:ext>
      </dgm:extLst>
    </dgm:pt>
    <dgm:pt modelId="{B2BEDA38-B923-4867-B3CD-07463B6CBF3B}" type="pres">
      <dgm:prSet presAssocID="{F75FA3B0-C020-437E-84C2-82143690C85F}" presName="iconSpace" presStyleCnt="0"/>
      <dgm:spPr/>
    </dgm:pt>
    <dgm:pt modelId="{97CFA54C-3DFD-47B2-BCEC-4A4B08556618}" type="pres">
      <dgm:prSet presAssocID="{F75FA3B0-C020-437E-84C2-82143690C85F}" presName="parTx" presStyleLbl="revTx" presStyleIdx="2" presStyleCnt="6">
        <dgm:presLayoutVars>
          <dgm:chMax val="0"/>
          <dgm:chPref val="0"/>
        </dgm:presLayoutVars>
      </dgm:prSet>
      <dgm:spPr/>
    </dgm:pt>
    <dgm:pt modelId="{81B299B2-C682-430D-9EC5-0FAF5E212D02}" type="pres">
      <dgm:prSet presAssocID="{F75FA3B0-C020-437E-84C2-82143690C85F}" presName="txSpace" presStyleCnt="0"/>
      <dgm:spPr/>
    </dgm:pt>
    <dgm:pt modelId="{3010F999-4202-4556-A72F-401771D6524F}" type="pres">
      <dgm:prSet presAssocID="{F75FA3B0-C020-437E-84C2-82143690C85F}" presName="desTx" presStyleLbl="revTx" presStyleIdx="3" presStyleCnt="6">
        <dgm:presLayoutVars/>
      </dgm:prSet>
      <dgm:spPr/>
    </dgm:pt>
    <dgm:pt modelId="{76E93AA6-EB23-457E-8990-91745AB5821A}" type="pres">
      <dgm:prSet presAssocID="{80630929-327A-491B-9E25-91A2DA895D65}" presName="sibTrans" presStyleCnt="0"/>
      <dgm:spPr/>
    </dgm:pt>
    <dgm:pt modelId="{C8489825-A287-4035-986C-D3C71639AEB3}" type="pres">
      <dgm:prSet presAssocID="{06F84670-08E4-47A3-9006-13744F298D2E}" presName="compNode" presStyleCnt="0"/>
      <dgm:spPr/>
    </dgm:pt>
    <dgm:pt modelId="{FD8A2619-E4BB-438D-91F7-9715A3A480EA}" type="pres">
      <dgm:prSet presAssocID="{06F84670-08E4-47A3-9006-13744F298D2E}" presName="iconRect" presStyleLbl="node1" presStyleIdx="2" presStyleCnt="3" custLinFactNeighborX="53909" custLinFactNeighborY="-72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 blue dollar sign on a white background&#10;&#10;AI-generated content may be incorrect."/>
        </a:ext>
      </dgm:extLst>
    </dgm:pt>
    <dgm:pt modelId="{DC276922-8BFA-43B4-97FC-FEE5D8BE2D92}" type="pres">
      <dgm:prSet presAssocID="{06F84670-08E4-47A3-9006-13744F298D2E}" presName="iconSpace" presStyleCnt="0"/>
      <dgm:spPr/>
    </dgm:pt>
    <dgm:pt modelId="{45728816-7FD0-4AC6-B217-C711C103075C}" type="pres">
      <dgm:prSet presAssocID="{06F84670-08E4-47A3-9006-13744F298D2E}" presName="parTx" presStyleLbl="revTx" presStyleIdx="4" presStyleCnt="6">
        <dgm:presLayoutVars>
          <dgm:chMax val="0"/>
          <dgm:chPref val="0"/>
        </dgm:presLayoutVars>
      </dgm:prSet>
      <dgm:spPr/>
    </dgm:pt>
    <dgm:pt modelId="{E069D222-038C-4CC9-85AA-DBC74C9018BE}" type="pres">
      <dgm:prSet presAssocID="{06F84670-08E4-47A3-9006-13744F298D2E}" presName="txSpace" presStyleCnt="0"/>
      <dgm:spPr/>
    </dgm:pt>
    <dgm:pt modelId="{CDB51B51-315A-4618-9FC4-B20BB9C3004F}" type="pres">
      <dgm:prSet presAssocID="{06F84670-08E4-47A3-9006-13744F298D2E}" presName="desTx" presStyleLbl="revTx" presStyleIdx="5" presStyleCnt="6">
        <dgm:presLayoutVars/>
      </dgm:prSet>
      <dgm:spPr/>
    </dgm:pt>
  </dgm:ptLst>
  <dgm:cxnLst>
    <dgm:cxn modelId="{8693C400-7D6F-4D87-9429-BB7F3CC41D5A}" srcId="{41951DBE-7FF1-439E-AEC5-0FB39408E3FA}" destId="{26416EAB-8C8B-4710-8FC5-B193BB6A6D92}" srcOrd="0" destOrd="0" parTransId="{9F329414-ACFB-4C9E-8ABE-57D08D26B7D8}" sibTransId="{5E9190EC-1B30-4D4E-812E-89C09B021989}"/>
    <dgm:cxn modelId="{3A1D2504-7F90-493F-A659-E9F4A82A7E7D}" type="presOf" srcId="{4BC570B9-4DD4-45F2-845A-9E937EA1472C}" destId="{3010F999-4202-4556-A72F-401771D6524F}" srcOrd="0" destOrd="1" presId="urn:microsoft.com/office/officeart/2018/2/layout/IconLabelDescriptionList"/>
    <dgm:cxn modelId="{761AD405-8880-4F01-A214-6DE9352569B3}" srcId="{F75FA3B0-C020-437E-84C2-82143690C85F}" destId="{A8405A1F-F2F1-4156-A507-15A18130005A}" srcOrd="2" destOrd="0" parTransId="{480FB437-C46D-4614-8B28-27B195E3C77E}" sibTransId="{AC4E9A27-1F1A-4446-AD0C-959314C49D0E}"/>
    <dgm:cxn modelId="{AF97290C-7D00-4276-932B-A8E27C39C153}" type="presOf" srcId="{41951DBE-7FF1-439E-AEC5-0FB39408E3FA}" destId="{BC8C8B45-D567-4AF4-AFEF-09DFB1DD5C98}" srcOrd="0" destOrd="0" presId="urn:microsoft.com/office/officeart/2018/2/layout/IconLabelDescriptionList"/>
    <dgm:cxn modelId="{62B5370F-6754-4269-88A1-B66C414F87C0}" srcId="{41951DBE-7FF1-439E-AEC5-0FB39408E3FA}" destId="{06F84670-08E4-47A3-9006-13744F298D2E}" srcOrd="2" destOrd="0" parTransId="{6D555ABE-B1E8-40B4-8BCF-753C83A332EF}" sibTransId="{874EC6C8-7CA6-466B-A05E-5EB28105D13A}"/>
    <dgm:cxn modelId="{931A4D0F-12C2-4BBE-9100-EFACF6DD015F}" type="presOf" srcId="{F61837E8-3E2D-4540-9451-FD908C48CDCD}" destId="{F55F08D4-1055-48A6-A95F-15BB58FF6124}" srcOrd="0" destOrd="0" presId="urn:microsoft.com/office/officeart/2018/2/layout/IconLabelDescriptionList"/>
    <dgm:cxn modelId="{54B68F12-95A7-49F4-94BF-D5548C3B9198}" srcId="{41951DBE-7FF1-439E-AEC5-0FB39408E3FA}" destId="{F75FA3B0-C020-437E-84C2-82143690C85F}" srcOrd="1" destOrd="0" parTransId="{F444C61C-FFFE-4529-987E-EA1C46606C1F}" sibTransId="{80630929-327A-491B-9E25-91A2DA895D65}"/>
    <dgm:cxn modelId="{BC622513-C15F-443F-8A54-BBFC1C1BB32D}" type="presOf" srcId="{310E8728-70CA-46F5-B73A-591E2F716328}" destId="{3010F999-4202-4556-A72F-401771D6524F}" srcOrd="0" destOrd="3" presId="urn:microsoft.com/office/officeart/2018/2/layout/IconLabelDescriptionList"/>
    <dgm:cxn modelId="{38D14D27-9AA9-446A-B973-6014866544FE}" type="presOf" srcId="{EDAE3D0D-F873-4575-9667-28D89272548B}" destId="{CDB51B51-315A-4618-9FC4-B20BB9C3004F}" srcOrd="0" destOrd="1" presId="urn:microsoft.com/office/officeart/2018/2/layout/IconLabelDescriptionList"/>
    <dgm:cxn modelId="{40BD0D28-03B4-4F2C-A8A8-DC3EA1CE3152}" type="presOf" srcId="{823B15CF-A8D1-40C7-ABEC-760437520173}" destId="{CDB51B51-315A-4618-9FC4-B20BB9C3004F}" srcOrd="0" destOrd="2" presId="urn:microsoft.com/office/officeart/2018/2/layout/IconLabelDescriptionList"/>
    <dgm:cxn modelId="{48F8F72F-6547-421F-A462-199410280C71}" type="presOf" srcId="{DF880FD9-5A3D-49AB-A2B7-5CE776EAC984}" destId="{F55F08D4-1055-48A6-A95F-15BB58FF6124}" srcOrd="0" destOrd="1" presId="urn:microsoft.com/office/officeart/2018/2/layout/IconLabelDescriptionList"/>
    <dgm:cxn modelId="{52B33C46-F0F4-4D9E-8343-674224498263}" type="presOf" srcId="{A8405A1F-F2F1-4156-A507-15A18130005A}" destId="{3010F999-4202-4556-A72F-401771D6524F}" srcOrd="0" destOrd="2" presId="urn:microsoft.com/office/officeart/2018/2/layout/IconLabelDescriptionList"/>
    <dgm:cxn modelId="{0ACB5D56-96F6-4611-96D9-21FFFF14E188}" srcId="{06F84670-08E4-47A3-9006-13744F298D2E}" destId="{EE29C94C-DABE-488A-B6E1-7325DA6144CB}" srcOrd="0" destOrd="0" parTransId="{F1421305-2B4E-48E8-9B31-D183C4E550B9}" sibTransId="{6F46EEBB-C719-4F7A-8C54-BB8B67B949DF}"/>
    <dgm:cxn modelId="{12293659-D5E1-4222-B7DC-6764CD61DD2B}" type="presOf" srcId="{B57376A7-D1BB-451F-B855-49640630FFD1}" destId="{3010F999-4202-4556-A72F-401771D6524F}" srcOrd="0" destOrd="0" presId="urn:microsoft.com/office/officeart/2018/2/layout/IconLabelDescriptionList"/>
    <dgm:cxn modelId="{7B485A60-E6DD-47A1-8886-20D150ABF3A0}" srcId="{06F84670-08E4-47A3-9006-13744F298D2E}" destId="{823B15CF-A8D1-40C7-ABEC-760437520173}" srcOrd="2" destOrd="0" parTransId="{C3CC0A36-4DDE-4CD5-9083-F9930090B134}" sibTransId="{4D6F7333-E033-40BC-9E86-F40321415EAB}"/>
    <dgm:cxn modelId="{4ADC8E67-F227-456F-8937-6890902BA09C}" type="presOf" srcId="{EE29C94C-DABE-488A-B6E1-7325DA6144CB}" destId="{CDB51B51-315A-4618-9FC4-B20BB9C3004F}" srcOrd="0" destOrd="0" presId="urn:microsoft.com/office/officeart/2018/2/layout/IconLabelDescriptionList"/>
    <dgm:cxn modelId="{2D2D467F-4FCF-4870-8C8B-1F65BF9ADA85}" srcId="{26416EAB-8C8B-4710-8FC5-B193BB6A6D92}" destId="{21053B06-EDD8-4D4C-977C-84659C97F207}" srcOrd="2" destOrd="0" parTransId="{B618463B-EAA2-4786-B808-859CEA29367D}" sibTransId="{84A6E093-07D8-4686-AE90-8A4684B16115}"/>
    <dgm:cxn modelId="{C0D8CF89-0767-4406-881B-D479B014004B}" type="presOf" srcId="{06F84670-08E4-47A3-9006-13744F298D2E}" destId="{45728816-7FD0-4AC6-B217-C711C103075C}" srcOrd="0" destOrd="0" presId="urn:microsoft.com/office/officeart/2018/2/layout/IconLabelDescriptionList"/>
    <dgm:cxn modelId="{864B738D-32DF-4716-9202-FB1B01F309C1}" type="presOf" srcId="{21053B06-EDD8-4D4C-977C-84659C97F207}" destId="{F55F08D4-1055-48A6-A95F-15BB58FF6124}" srcOrd="0" destOrd="2" presId="urn:microsoft.com/office/officeart/2018/2/layout/IconLabelDescriptionList"/>
    <dgm:cxn modelId="{0EC7FDB1-F76E-42CE-83F4-EE2B9D66F56B}" srcId="{26416EAB-8C8B-4710-8FC5-B193BB6A6D92}" destId="{DF880FD9-5A3D-49AB-A2B7-5CE776EAC984}" srcOrd="1" destOrd="0" parTransId="{04F1DE0C-4E29-4910-B8C2-9F9BFB803A8E}" sibTransId="{8E37F771-B7FC-4C83-8EB7-C4FBA1DE7773}"/>
    <dgm:cxn modelId="{5079EEC4-8B6D-4781-BFCD-7BE56DA190BD}" type="presOf" srcId="{F75FA3B0-C020-437E-84C2-82143690C85F}" destId="{97CFA54C-3DFD-47B2-BCEC-4A4B08556618}" srcOrd="0" destOrd="0" presId="urn:microsoft.com/office/officeart/2018/2/layout/IconLabelDescriptionList"/>
    <dgm:cxn modelId="{399F9EC5-9573-4407-806F-A5DA09CD7190}" srcId="{F75FA3B0-C020-437E-84C2-82143690C85F}" destId="{4BC570B9-4DD4-45F2-845A-9E937EA1472C}" srcOrd="1" destOrd="0" parTransId="{337CA3D4-419B-4855-8CD5-B591DBD810AB}" sibTransId="{57000A3F-C714-4D33-9D69-7D14D5814D06}"/>
    <dgm:cxn modelId="{5A254CCE-A320-4119-867F-6AFB2B5A86C8}" srcId="{F75FA3B0-C020-437E-84C2-82143690C85F}" destId="{310E8728-70CA-46F5-B73A-591E2F716328}" srcOrd="3" destOrd="0" parTransId="{560313BD-776B-4C72-8F17-F2E1078DAC1F}" sibTransId="{47B72CD8-0388-40B9-9E5D-C14C4D582AAC}"/>
    <dgm:cxn modelId="{4EDA94D9-28BC-42D4-80EE-3A7E1E3CCDC1}" srcId="{26416EAB-8C8B-4710-8FC5-B193BB6A6D92}" destId="{F61837E8-3E2D-4540-9451-FD908C48CDCD}" srcOrd="0" destOrd="0" parTransId="{CA821DBB-E9FD-4F46-9746-FC393589917B}" sibTransId="{1BF80500-D236-4F34-8A3E-BC48222AFC81}"/>
    <dgm:cxn modelId="{4A5EFBDE-2B61-4692-9DCB-57F92A484DC1}" srcId="{06F84670-08E4-47A3-9006-13744F298D2E}" destId="{EDAE3D0D-F873-4575-9667-28D89272548B}" srcOrd="1" destOrd="0" parTransId="{2F4D5886-22BB-42F9-A52A-ACA557794C2F}" sibTransId="{9E112229-9A49-4F57-B437-903795D2C5FA}"/>
    <dgm:cxn modelId="{6D9EF7E2-A4D5-4A65-BC84-8FC40BBC6D11}" type="presOf" srcId="{26416EAB-8C8B-4710-8FC5-B193BB6A6D92}" destId="{4759CCE3-FD16-4817-86DF-5705C0696B1E}" srcOrd="0" destOrd="0" presId="urn:microsoft.com/office/officeart/2018/2/layout/IconLabelDescriptionList"/>
    <dgm:cxn modelId="{63DEC2FA-D8F3-4EA3-A191-58D9D8F2AD5F}" srcId="{F75FA3B0-C020-437E-84C2-82143690C85F}" destId="{B57376A7-D1BB-451F-B855-49640630FFD1}" srcOrd="0" destOrd="0" parTransId="{C3FB6078-4A46-4E25-9BCB-B5D09E48D062}" sibTransId="{1FDDE456-839F-4C9B-9504-BFE3A4195CF9}"/>
    <dgm:cxn modelId="{FD67AD19-5170-4519-B328-66BEB7D602A6}" type="presParOf" srcId="{BC8C8B45-D567-4AF4-AFEF-09DFB1DD5C98}" destId="{7262E914-82B5-492C-9610-B534606947D3}" srcOrd="0" destOrd="0" presId="urn:microsoft.com/office/officeart/2018/2/layout/IconLabelDescriptionList"/>
    <dgm:cxn modelId="{591C49F9-8F07-4009-ABA9-C6122696B8A7}" type="presParOf" srcId="{7262E914-82B5-492C-9610-B534606947D3}" destId="{8A01ACB7-AE01-42AB-8E41-7D65198BCAF4}" srcOrd="0" destOrd="0" presId="urn:microsoft.com/office/officeart/2018/2/layout/IconLabelDescriptionList"/>
    <dgm:cxn modelId="{80E86486-15CD-4037-ABA5-2E0D4AB32C7B}" type="presParOf" srcId="{7262E914-82B5-492C-9610-B534606947D3}" destId="{E11A52BF-ADDA-4871-96CA-DC06DC1A1380}" srcOrd="1" destOrd="0" presId="urn:microsoft.com/office/officeart/2018/2/layout/IconLabelDescriptionList"/>
    <dgm:cxn modelId="{18DDD7AB-60BD-4E6A-8CED-5A7C3DC76799}" type="presParOf" srcId="{7262E914-82B5-492C-9610-B534606947D3}" destId="{4759CCE3-FD16-4817-86DF-5705C0696B1E}" srcOrd="2" destOrd="0" presId="urn:microsoft.com/office/officeart/2018/2/layout/IconLabelDescriptionList"/>
    <dgm:cxn modelId="{337A7B7A-A821-44A0-8C56-F3E1D1EB58AE}" type="presParOf" srcId="{7262E914-82B5-492C-9610-B534606947D3}" destId="{1EE3F237-ABC9-485D-A1EC-30895CAC5101}" srcOrd="3" destOrd="0" presId="urn:microsoft.com/office/officeart/2018/2/layout/IconLabelDescriptionList"/>
    <dgm:cxn modelId="{7D7E0C26-31C0-4013-BCCE-0188932C24D8}" type="presParOf" srcId="{7262E914-82B5-492C-9610-B534606947D3}" destId="{F55F08D4-1055-48A6-A95F-15BB58FF6124}" srcOrd="4" destOrd="0" presId="urn:microsoft.com/office/officeart/2018/2/layout/IconLabelDescriptionList"/>
    <dgm:cxn modelId="{D3741E77-4666-48BD-BD25-E29872D642F1}" type="presParOf" srcId="{BC8C8B45-D567-4AF4-AFEF-09DFB1DD5C98}" destId="{88425951-EF06-4850-830C-69FD6B1B4ADE}" srcOrd="1" destOrd="0" presId="urn:microsoft.com/office/officeart/2018/2/layout/IconLabelDescriptionList"/>
    <dgm:cxn modelId="{777D23ED-8788-40EA-955D-632DE4E2F2A0}" type="presParOf" srcId="{BC8C8B45-D567-4AF4-AFEF-09DFB1DD5C98}" destId="{5B9AECC9-0643-4FAF-94ED-9B8F121A00A8}" srcOrd="2" destOrd="0" presId="urn:microsoft.com/office/officeart/2018/2/layout/IconLabelDescriptionList"/>
    <dgm:cxn modelId="{3DCF6DDC-EEFD-4B17-AA65-0ADE3E0D5CC1}" type="presParOf" srcId="{5B9AECC9-0643-4FAF-94ED-9B8F121A00A8}" destId="{333A9B05-C336-496C-9BA9-91A86435B687}" srcOrd="0" destOrd="0" presId="urn:microsoft.com/office/officeart/2018/2/layout/IconLabelDescriptionList"/>
    <dgm:cxn modelId="{2050FC1D-0346-404C-BADD-74E43B3A16D2}" type="presParOf" srcId="{5B9AECC9-0643-4FAF-94ED-9B8F121A00A8}" destId="{B2BEDA38-B923-4867-B3CD-07463B6CBF3B}" srcOrd="1" destOrd="0" presId="urn:microsoft.com/office/officeart/2018/2/layout/IconLabelDescriptionList"/>
    <dgm:cxn modelId="{85428BF3-7C7C-4405-9649-B32B32D90711}" type="presParOf" srcId="{5B9AECC9-0643-4FAF-94ED-9B8F121A00A8}" destId="{97CFA54C-3DFD-47B2-BCEC-4A4B08556618}" srcOrd="2" destOrd="0" presId="urn:microsoft.com/office/officeart/2018/2/layout/IconLabelDescriptionList"/>
    <dgm:cxn modelId="{4E436063-A51E-4469-BBBF-2B63596BC676}" type="presParOf" srcId="{5B9AECC9-0643-4FAF-94ED-9B8F121A00A8}" destId="{81B299B2-C682-430D-9EC5-0FAF5E212D02}" srcOrd="3" destOrd="0" presId="urn:microsoft.com/office/officeart/2018/2/layout/IconLabelDescriptionList"/>
    <dgm:cxn modelId="{66314534-D717-4938-B109-33797EBF8F44}" type="presParOf" srcId="{5B9AECC9-0643-4FAF-94ED-9B8F121A00A8}" destId="{3010F999-4202-4556-A72F-401771D6524F}" srcOrd="4" destOrd="0" presId="urn:microsoft.com/office/officeart/2018/2/layout/IconLabelDescriptionList"/>
    <dgm:cxn modelId="{7753A74D-E359-4CDA-9276-7A4D8CA9E1E0}" type="presParOf" srcId="{BC8C8B45-D567-4AF4-AFEF-09DFB1DD5C98}" destId="{76E93AA6-EB23-457E-8990-91745AB5821A}" srcOrd="3" destOrd="0" presId="urn:microsoft.com/office/officeart/2018/2/layout/IconLabelDescriptionList"/>
    <dgm:cxn modelId="{C14AC7FA-A1D9-44C0-AE41-F37EFE1C36D7}" type="presParOf" srcId="{BC8C8B45-D567-4AF4-AFEF-09DFB1DD5C98}" destId="{C8489825-A287-4035-986C-D3C71639AEB3}" srcOrd="4" destOrd="0" presId="urn:microsoft.com/office/officeart/2018/2/layout/IconLabelDescriptionList"/>
    <dgm:cxn modelId="{63DD4908-D479-42F2-850B-22FECCC57B37}" type="presParOf" srcId="{C8489825-A287-4035-986C-D3C71639AEB3}" destId="{FD8A2619-E4BB-438D-91F7-9715A3A480EA}" srcOrd="0" destOrd="0" presId="urn:microsoft.com/office/officeart/2018/2/layout/IconLabelDescriptionList"/>
    <dgm:cxn modelId="{C1ADF444-80BF-4E45-9D89-5871EDD229B6}" type="presParOf" srcId="{C8489825-A287-4035-986C-D3C71639AEB3}" destId="{DC276922-8BFA-43B4-97FC-FEE5D8BE2D92}" srcOrd="1" destOrd="0" presId="urn:microsoft.com/office/officeart/2018/2/layout/IconLabelDescriptionList"/>
    <dgm:cxn modelId="{D5A7DA20-6CAD-4235-88E3-169F98B343FB}" type="presParOf" srcId="{C8489825-A287-4035-986C-D3C71639AEB3}" destId="{45728816-7FD0-4AC6-B217-C711C103075C}" srcOrd="2" destOrd="0" presId="urn:microsoft.com/office/officeart/2018/2/layout/IconLabelDescriptionList"/>
    <dgm:cxn modelId="{E381BDE2-E2BE-42EC-A05B-F78401E61ABF}" type="presParOf" srcId="{C8489825-A287-4035-986C-D3C71639AEB3}" destId="{E069D222-038C-4CC9-85AA-DBC74C9018BE}" srcOrd="3" destOrd="0" presId="urn:microsoft.com/office/officeart/2018/2/layout/IconLabelDescriptionList"/>
    <dgm:cxn modelId="{CF72194E-B9FD-4886-A975-6980BD516AF4}" type="presParOf" srcId="{C8489825-A287-4035-986C-D3C71639AEB3}" destId="{CDB51B51-315A-4618-9FC4-B20BB9C3004F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0B16021-3FF3-4E45-947E-5C71B35D892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3DA1286-DD63-4DED-9E87-4299F38D7FE8}">
      <dgm:prSet/>
      <dgm:spPr/>
      <dgm:t>
        <a:bodyPr/>
        <a:lstStyle/>
        <a:p>
          <a:r>
            <a:rPr lang="en-US"/>
            <a:t>Monthly Employee Recognition Program</a:t>
          </a:r>
        </a:p>
      </dgm:t>
    </dgm:pt>
    <dgm:pt modelId="{50C78639-C7DF-492A-ABC9-9B94E0A7B00F}" type="parTrans" cxnId="{A52D451B-5C20-4D6F-838F-43BB43B74483}">
      <dgm:prSet/>
      <dgm:spPr/>
      <dgm:t>
        <a:bodyPr/>
        <a:lstStyle/>
        <a:p>
          <a:endParaRPr lang="en-US"/>
        </a:p>
      </dgm:t>
    </dgm:pt>
    <dgm:pt modelId="{4DAE26D2-A093-460D-87CA-AFE23052B421}" type="sibTrans" cxnId="{A52D451B-5C20-4D6F-838F-43BB43B74483}">
      <dgm:prSet/>
      <dgm:spPr/>
      <dgm:t>
        <a:bodyPr/>
        <a:lstStyle/>
        <a:p>
          <a:endParaRPr lang="en-US"/>
        </a:p>
      </dgm:t>
    </dgm:pt>
    <dgm:pt modelId="{67A60FC4-E4CE-4461-A593-9FF57314ABC9}">
      <dgm:prSet/>
      <dgm:spPr/>
      <dgm:t>
        <a:bodyPr/>
        <a:lstStyle/>
        <a:p>
          <a:r>
            <a:rPr lang="en-US"/>
            <a:t>Reward outstanding employees for accuracy and customer satisfaction through an Employee of the Month award</a:t>
          </a:r>
        </a:p>
      </dgm:t>
    </dgm:pt>
    <dgm:pt modelId="{AD70AE89-65AA-43CC-847B-ABD0C6C7F782}" type="parTrans" cxnId="{33ACC249-7746-4D00-914F-A33A6A35D84A}">
      <dgm:prSet/>
      <dgm:spPr/>
      <dgm:t>
        <a:bodyPr/>
        <a:lstStyle/>
        <a:p>
          <a:endParaRPr lang="en-US"/>
        </a:p>
      </dgm:t>
    </dgm:pt>
    <dgm:pt modelId="{B5272E7F-9CED-45E6-8285-5A1A7004D0C8}" type="sibTrans" cxnId="{33ACC249-7746-4D00-914F-A33A6A35D84A}">
      <dgm:prSet/>
      <dgm:spPr/>
      <dgm:t>
        <a:bodyPr/>
        <a:lstStyle/>
        <a:p>
          <a:endParaRPr lang="en-US"/>
        </a:p>
      </dgm:t>
    </dgm:pt>
    <dgm:pt modelId="{00044C62-0556-445E-89A9-47320420ADDF}">
      <dgm:prSet/>
      <dgm:spPr/>
      <dgm:t>
        <a:bodyPr/>
        <a:lstStyle/>
        <a:p>
          <a:r>
            <a:rPr lang="en-US"/>
            <a:t>Award comes with small bonus and public recognition</a:t>
          </a:r>
        </a:p>
      </dgm:t>
    </dgm:pt>
    <dgm:pt modelId="{8FEC15B2-128C-4094-B16D-B14BA326D76C}" type="parTrans" cxnId="{0661353E-2AA2-4C2C-A8DB-FE7AB61DF3AF}">
      <dgm:prSet/>
      <dgm:spPr/>
      <dgm:t>
        <a:bodyPr/>
        <a:lstStyle/>
        <a:p>
          <a:endParaRPr lang="en-US"/>
        </a:p>
      </dgm:t>
    </dgm:pt>
    <dgm:pt modelId="{70F99459-E2F3-4AD9-BEE0-9DC496C4C34A}" type="sibTrans" cxnId="{0661353E-2AA2-4C2C-A8DB-FE7AB61DF3AF}">
      <dgm:prSet/>
      <dgm:spPr/>
      <dgm:t>
        <a:bodyPr/>
        <a:lstStyle/>
        <a:p>
          <a:endParaRPr lang="en-US"/>
        </a:p>
      </dgm:t>
    </dgm:pt>
    <dgm:pt modelId="{636F2761-0A77-452E-96AA-B9042F0E249E}">
      <dgm:prSet/>
      <dgm:spPr/>
      <dgm:t>
        <a:bodyPr/>
        <a:lstStyle/>
        <a:p>
          <a:r>
            <a:rPr lang="en-US"/>
            <a:t>Top performers gain increased promotion opportunities</a:t>
          </a:r>
        </a:p>
      </dgm:t>
    </dgm:pt>
    <dgm:pt modelId="{7BD3B2E6-D8EB-46AA-A91D-0986218B8B70}" type="parTrans" cxnId="{D82C59F1-9CC7-4D1C-B89E-461D7C2AB3A5}">
      <dgm:prSet/>
      <dgm:spPr/>
      <dgm:t>
        <a:bodyPr/>
        <a:lstStyle/>
        <a:p>
          <a:endParaRPr lang="en-US"/>
        </a:p>
      </dgm:t>
    </dgm:pt>
    <dgm:pt modelId="{CC6126FA-BF86-480A-9C2E-4FE72F486A6C}" type="sibTrans" cxnId="{D82C59F1-9CC7-4D1C-B89E-461D7C2AB3A5}">
      <dgm:prSet/>
      <dgm:spPr/>
      <dgm:t>
        <a:bodyPr/>
        <a:lstStyle/>
        <a:p>
          <a:endParaRPr lang="en-US"/>
        </a:p>
      </dgm:t>
    </dgm:pt>
    <dgm:pt modelId="{A5703078-4389-4371-8071-8FFFE3CAC3CE}">
      <dgm:prSet/>
      <dgm:spPr/>
      <dgm:t>
        <a:bodyPr/>
        <a:lstStyle/>
        <a:p>
          <a:r>
            <a:rPr lang="en-US"/>
            <a:t>Flexible Scheduling for Students</a:t>
          </a:r>
        </a:p>
      </dgm:t>
    </dgm:pt>
    <dgm:pt modelId="{208F55A6-2E3C-4A76-9071-3BC10EB7C103}" type="parTrans" cxnId="{B4B5CD04-0D6D-4CD8-A361-A78619ED30F1}">
      <dgm:prSet/>
      <dgm:spPr/>
      <dgm:t>
        <a:bodyPr/>
        <a:lstStyle/>
        <a:p>
          <a:endParaRPr lang="en-US"/>
        </a:p>
      </dgm:t>
    </dgm:pt>
    <dgm:pt modelId="{4B757285-4EA5-46A7-A746-85EFD7847C60}" type="sibTrans" cxnId="{B4B5CD04-0D6D-4CD8-A361-A78619ED30F1}">
      <dgm:prSet/>
      <dgm:spPr/>
      <dgm:t>
        <a:bodyPr/>
        <a:lstStyle/>
        <a:p>
          <a:endParaRPr lang="en-US"/>
        </a:p>
      </dgm:t>
    </dgm:pt>
    <dgm:pt modelId="{09E041DD-A0DB-4506-91C0-B7BC589F31AB}">
      <dgm:prSet/>
      <dgm:spPr/>
      <dgm:t>
        <a:bodyPr/>
        <a:lstStyle/>
        <a:p>
          <a:r>
            <a:rPr lang="en-US"/>
            <a:t>Offer shifts that accommodate class times and exam weeks</a:t>
          </a:r>
        </a:p>
      </dgm:t>
    </dgm:pt>
    <dgm:pt modelId="{5F831E3B-A97D-4C97-ABE3-36AF446561D0}" type="parTrans" cxnId="{7ED13009-E188-4A62-BAB7-C0D7FA449E6C}">
      <dgm:prSet/>
      <dgm:spPr/>
      <dgm:t>
        <a:bodyPr/>
        <a:lstStyle/>
        <a:p>
          <a:endParaRPr lang="en-US"/>
        </a:p>
      </dgm:t>
    </dgm:pt>
    <dgm:pt modelId="{EC858261-7253-4953-8A81-B7B40A060F8B}" type="sibTrans" cxnId="{7ED13009-E188-4A62-BAB7-C0D7FA449E6C}">
      <dgm:prSet/>
      <dgm:spPr/>
      <dgm:t>
        <a:bodyPr/>
        <a:lstStyle/>
        <a:p>
          <a:endParaRPr lang="en-US"/>
        </a:p>
      </dgm:t>
    </dgm:pt>
    <dgm:pt modelId="{B38ABD51-3E89-421A-991E-E935623E1FCC}">
      <dgm:prSet/>
      <dgm:spPr/>
      <dgm:t>
        <a:bodyPr/>
        <a:lstStyle/>
        <a:p>
          <a:r>
            <a:rPr lang="en-US"/>
            <a:t>Allow students to swap shifts as needed</a:t>
          </a:r>
        </a:p>
      </dgm:t>
    </dgm:pt>
    <dgm:pt modelId="{0DBFBF80-7DE7-43B3-9E1A-35E8D476D2B9}" type="parTrans" cxnId="{66C9F6D3-6F8B-4827-91EF-B44DDD72A78D}">
      <dgm:prSet/>
      <dgm:spPr/>
      <dgm:t>
        <a:bodyPr/>
        <a:lstStyle/>
        <a:p>
          <a:endParaRPr lang="en-US"/>
        </a:p>
      </dgm:t>
    </dgm:pt>
    <dgm:pt modelId="{DD614037-CB60-41C3-8B90-29F7A6F88650}" type="sibTrans" cxnId="{66C9F6D3-6F8B-4827-91EF-B44DDD72A78D}">
      <dgm:prSet/>
      <dgm:spPr/>
      <dgm:t>
        <a:bodyPr/>
        <a:lstStyle/>
        <a:p>
          <a:endParaRPr lang="en-US"/>
        </a:p>
      </dgm:t>
    </dgm:pt>
    <dgm:pt modelId="{C2A90A0D-E52A-4BE4-8360-3AC3F880E0F3}">
      <dgm:prSet/>
      <dgm:spPr/>
      <dgm:t>
        <a:bodyPr/>
        <a:lstStyle/>
        <a:p>
          <a:r>
            <a:rPr lang="en-US"/>
            <a:t>Promotes a healthy work-life balance and reduces stress</a:t>
          </a:r>
        </a:p>
      </dgm:t>
    </dgm:pt>
    <dgm:pt modelId="{8BFACF81-5DE9-49E2-A849-2325DEAA1A4A}" type="parTrans" cxnId="{43E7311A-6024-4C71-8292-50A819487456}">
      <dgm:prSet/>
      <dgm:spPr/>
      <dgm:t>
        <a:bodyPr/>
        <a:lstStyle/>
        <a:p>
          <a:endParaRPr lang="en-US"/>
        </a:p>
      </dgm:t>
    </dgm:pt>
    <dgm:pt modelId="{7D60B6B7-766D-4528-A707-64E7FF348EBE}" type="sibTrans" cxnId="{43E7311A-6024-4C71-8292-50A819487456}">
      <dgm:prSet/>
      <dgm:spPr/>
      <dgm:t>
        <a:bodyPr/>
        <a:lstStyle/>
        <a:p>
          <a:endParaRPr lang="en-US"/>
        </a:p>
      </dgm:t>
    </dgm:pt>
    <dgm:pt modelId="{B346EDF5-4777-4B71-B11A-786CD15B3258}">
      <dgm:prSet/>
      <dgm:spPr/>
      <dgm:t>
        <a:bodyPr/>
        <a:lstStyle/>
        <a:p>
          <a:r>
            <a:rPr lang="en-US"/>
            <a:t>Reward outstanding employees for accuracy and customer satisfaction through an Employee of the Month award</a:t>
          </a:r>
        </a:p>
      </dgm:t>
    </dgm:pt>
    <dgm:pt modelId="{D69CA7C9-66AA-4164-972B-6F64C40F5D8B}" type="parTrans" cxnId="{78DF46E0-4FB3-4480-A155-AC393FBC6961}">
      <dgm:prSet/>
      <dgm:spPr/>
      <dgm:t>
        <a:bodyPr/>
        <a:lstStyle/>
        <a:p>
          <a:endParaRPr lang="en-US"/>
        </a:p>
      </dgm:t>
    </dgm:pt>
    <dgm:pt modelId="{F4F29506-4F09-4087-9DE9-60103B084D2E}" type="sibTrans" cxnId="{78DF46E0-4FB3-4480-A155-AC393FBC6961}">
      <dgm:prSet/>
      <dgm:spPr/>
      <dgm:t>
        <a:bodyPr/>
        <a:lstStyle/>
        <a:p>
          <a:endParaRPr lang="en-US"/>
        </a:p>
      </dgm:t>
    </dgm:pt>
    <dgm:pt modelId="{653DDB52-7DAE-4CC7-88B0-FF5B880A52A3}" type="pres">
      <dgm:prSet presAssocID="{80B16021-3FF3-4E45-947E-5C71B35D8929}" presName="linear" presStyleCnt="0">
        <dgm:presLayoutVars>
          <dgm:dir/>
          <dgm:animLvl val="lvl"/>
          <dgm:resizeHandles val="exact"/>
        </dgm:presLayoutVars>
      </dgm:prSet>
      <dgm:spPr/>
    </dgm:pt>
    <dgm:pt modelId="{4A7451AE-D1DF-41E6-B25A-5FD67C53FC7F}" type="pres">
      <dgm:prSet presAssocID="{53DA1286-DD63-4DED-9E87-4299F38D7FE8}" presName="parentLin" presStyleCnt="0"/>
      <dgm:spPr/>
    </dgm:pt>
    <dgm:pt modelId="{B1F8A852-9A2A-41CE-8C2D-6EE2A0F32120}" type="pres">
      <dgm:prSet presAssocID="{53DA1286-DD63-4DED-9E87-4299F38D7FE8}" presName="parentLeftMargin" presStyleLbl="node1" presStyleIdx="0" presStyleCnt="2"/>
      <dgm:spPr/>
    </dgm:pt>
    <dgm:pt modelId="{89F709BF-765D-45E5-B20E-894A6B8BBB9A}" type="pres">
      <dgm:prSet presAssocID="{53DA1286-DD63-4DED-9E87-4299F38D7FE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4520353-B379-42D5-8680-0EEE920C84DD}" type="pres">
      <dgm:prSet presAssocID="{53DA1286-DD63-4DED-9E87-4299F38D7FE8}" presName="negativeSpace" presStyleCnt="0"/>
      <dgm:spPr/>
    </dgm:pt>
    <dgm:pt modelId="{F28D0BD2-38F2-4C06-976F-B93DF3B037D4}" type="pres">
      <dgm:prSet presAssocID="{53DA1286-DD63-4DED-9E87-4299F38D7FE8}" presName="childText" presStyleLbl="conFgAcc1" presStyleIdx="0" presStyleCnt="2">
        <dgm:presLayoutVars>
          <dgm:bulletEnabled val="1"/>
        </dgm:presLayoutVars>
      </dgm:prSet>
      <dgm:spPr/>
    </dgm:pt>
    <dgm:pt modelId="{429544BD-B692-4534-B2AD-CFA19EF45F8B}" type="pres">
      <dgm:prSet presAssocID="{4DAE26D2-A093-460D-87CA-AFE23052B421}" presName="spaceBetweenRectangles" presStyleCnt="0"/>
      <dgm:spPr/>
    </dgm:pt>
    <dgm:pt modelId="{FABD1D0C-3CD9-4FCC-8550-094E3A55B969}" type="pres">
      <dgm:prSet presAssocID="{A5703078-4389-4371-8071-8FFFE3CAC3CE}" presName="parentLin" presStyleCnt="0"/>
      <dgm:spPr/>
    </dgm:pt>
    <dgm:pt modelId="{49F738DF-778F-4A85-A0C8-B9AFE3C3A72F}" type="pres">
      <dgm:prSet presAssocID="{A5703078-4389-4371-8071-8FFFE3CAC3CE}" presName="parentLeftMargin" presStyleLbl="node1" presStyleIdx="0" presStyleCnt="2"/>
      <dgm:spPr/>
    </dgm:pt>
    <dgm:pt modelId="{799D5BAA-7A5E-4EDE-BB22-5E5F9B69D910}" type="pres">
      <dgm:prSet presAssocID="{A5703078-4389-4371-8071-8FFFE3CAC3C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BDE23FB-E0A5-42D7-96D8-CA51A0AB56D1}" type="pres">
      <dgm:prSet presAssocID="{A5703078-4389-4371-8071-8FFFE3CAC3CE}" presName="negativeSpace" presStyleCnt="0"/>
      <dgm:spPr/>
    </dgm:pt>
    <dgm:pt modelId="{00085380-F207-4086-99FA-8DB66506C7D0}" type="pres">
      <dgm:prSet presAssocID="{A5703078-4389-4371-8071-8FFFE3CAC3CE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B4B5CD04-0D6D-4CD8-A361-A78619ED30F1}" srcId="{80B16021-3FF3-4E45-947E-5C71B35D8929}" destId="{A5703078-4389-4371-8071-8FFFE3CAC3CE}" srcOrd="1" destOrd="0" parTransId="{208F55A6-2E3C-4A76-9071-3BC10EB7C103}" sibTransId="{4B757285-4EA5-46A7-A746-85EFD7847C60}"/>
    <dgm:cxn modelId="{7ED13009-E188-4A62-BAB7-C0D7FA449E6C}" srcId="{A5703078-4389-4371-8071-8FFFE3CAC3CE}" destId="{09E041DD-A0DB-4506-91C0-B7BC589F31AB}" srcOrd="0" destOrd="0" parTransId="{5F831E3B-A97D-4C97-ABE3-36AF446561D0}" sibTransId="{EC858261-7253-4953-8A81-B7B40A060F8B}"/>
    <dgm:cxn modelId="{43E7311A-6024-4C71-8292-50A819487456}" srcId="{A5703078-4389-4371-8071-8FFFE3CAC3CE}" destId="{C2A90A0D-E52A-4BE4-8360-3AC3F880E0F3}" srcOrd="2" destOrd="0" parTransId="{8BFACF81-5DE9-49E2-A849-2325DEAA1A4A}" sibTransId="{7D60B6B7-766D-4528-A707-64E7FF348EBE}"/>
    <dgm:cxn modelId="{A52D451B-5C20-4D6F-838F-43BB43B74483}" srcId="{80B16021-3FF3-4E45-947E-5C71B35D8929}" destId="{53DA1286-DD63-4DED-9E87-4299F38D7FE8}" srcOrd="0" destOrd="0" parTransId="{50C78639-C7DF-492A-ABC9-9B94E0A7B00F}" sibTransId="{4DAE26D2-A093-460D-87CA-AFE23052B421}"/>
    <dgm:cxn modelId="{5F8E1C1D-8990-4801-B12C-91C23865E747}" type="presOf" srcId="{A5703078-4389-4371-8071-8FFFE3CAC3CE}" destId="{49F738DF-778F-4A85-A0C8-B9AFE3C3A72F}" srcOrd="0" destOrd="0" presId="urn:microsoft.com/office/officeart/2005/8/layout/list1"/>
    <dgm:cxn modelId="{10751521-00DD-47B2-B8C6-80FE02FED519}" type="presOf" srcId="{B346EDF5-4777-4B71-B11A-786CD15B3258}" destId="{00085380-F207-4086-99FA-8DB66506C7D0}" srcOrd="0" destOrd="3" presId="urn:microsoft.com/office/officeart/2005/8/layout/list1"/>
    <dgm:cxn modelId="{F24E0824-B1EB-47FE-BA8C-15696AB66451}" type="presOf" srcId="{53DA1286-DD63-4DED-9E87-4299F38D7FE8}" destId="{89F709BF-765D-45E5-B20E-894A6B8BBB9A}" srcOrd="1" destOrd="0" presId="urn:microsoft.com/office/officeart/2005/8/layout/list1"/>
    <dgm:cxn modelId="{DEA51A24-AF99-441D-805A-FC11A917F3E8}" type="presOf" srcId="{A5703078-4389-4371-8071-8FFFE3CAC3CE}" destId="{799D5BAA-7A5E-4EDE-BB22-5E5F9B69D910}" srcOrd="1" destOrd="0" presId="urn:microsoft.com/office/officeart/2005/8/layout/list1"/>
    <dgm:cxn modelId="{15198824-FDE8-4144-A834-A22A83EE7085}" type="presOf" srcId="{09E041DD-A0DB-4506-91C0-B7BC589F31AB}" destId="{00085380-F207-4086-99FA-8DB66506C7D0}" srcOrd="0" destOrd="0" presId="urn:microsoft.com/office/officeart/2005/8/layout/list1"/>
    <dgm:cxn modelId="{1632D633-8046-4379-BF14-48E594C79D0D}" type="presOf" srcId="{C2A90A0D-E52A-4BE4-8360-3AC3F880E0F3}" destId="{00085380-F207-4086-99FA-8DB66506C7D0}" srcOrd="0" destOrd="2" presId="urn:microsoft.com/office/officeart/2005/8/layout/list1"/>
    <dgm:cxn modelId="{5A8D413D-549F-44D5-B454-BE517D08D2B5}" type="presOf" srcId="{636F2761-0A77-452E-96AA-B9042F0E249E}" destId="{F28D0BD2-38F2-4C06-976F-B93DF3B037D4}" srcOrd="0" destOrd="2" presId="urn:microsoft.com/office/officeart/2005/8/layout/list1"/>
    <dgm:cxn modelId="{0661353E-2AA2-4C2C-A8DB-FE7AB61DF3AF}" srcId="{53DA1286-DD63-4DED-9E87-4299F38D7FE8}" destId="{00044C62-0556-445E-89A9-47320420ADDF}" srcOrd="1" destOrd="0" parTransId="{8FEC15B2-128C-4094-B16D-B14BA326D76C}" sibTransId="{70F99459-E2F3-4AD9-BEE0-9DC496C4C34A}"/>
    <dgm:cxn modelId="{33ACC249-7746-4D00-914F-A33A6A35D84A}" srcId="{53DA1286-DD63-4DED-9E87-4299F38D7FE8}" destId="{67A60FC4-E4CE-4461-A593-9FF57314ABC9}" srcOrd="0" destOrd="0" parTransId="{AD70AE89-65AA-43CC-847B-ABD0C6C7F782}" sibTransId="{B5272E7F-9CED-45E6-8285-5A1A7004D0C8}"/>
    <dgm:cxn modelId="{A926AB53-FE38-4312-A5DE-9D362C87CE3C}" type="presOf" srcId="{B38ABD51-3E89-421A-991E-E935623E1FCC}" destId="{00085380-F207-4086-99FA-8DB66506C7D0}" srcOrd="0" destOrd="1" presId="urn:microsoft.com/office/officeart/2005/8/layout/list1"/>
    <dgm:cxn modelId="{58A5EB57-C552-4C8C-84C5-C7C701FF42B2}" type="presOf" srcId="{67A60FC4-E4CE-4461-A593-9FF57314ABC9}" destId="{F28D0BD2-38F2-4C06-976F-B93DF3B037D4}" srcOrd="0" destOrd="0" presId="urn:microsoft.com/office/officeart/2005/8/layout/list1"/>
    <dgm:cxn modelId="{C26FB55F-D9C5-4C69-AE5C-8932DE50E47A}" type="presOf" srcId="{80B16021-3FF3-4E45-947E-5C71B35D8929}" destId="{653DDB52-7DAE-4CC7-88B0-FF5B880A52A3}" srcOrd="0" destOrd="0" presId="urn:microsoft.com/office/officeart/2005/8/layout/list1"/>
    <dgm:cxn modelId="{C9D71263-82C5-4C95-8455-CD1BED14C253}" type="presOf" srcId="{00044C62-0556-445E-89A9-47320420ADDF}" destId="{F28D0BD2-38F2-4C06-976F-B93DF3B037D4}" srcOrd="0" destOrd="1" presId="urn:microsoft.com/office/officeart/2005/8/layout/list1"/>
    <dgm:cxn modelId="{66C9F6D3-6F8B-4827-91EF-B44DDD72A78D}" srcId="{A5703078-4389-4371-8071-8FFFE3CAC3CE}" destId="{B38ABD51-3E89-421A-991E-E935623E1FCC}" srcOrd="1" destOrd="0" parTransId="{0DBFBF80-7DE7-43B3-9E1A-35E8D476D2B9}" sibTransId="{DD614037-CB60-41C3-8B90-29F7A6F88650}"/>
    <dgm:cxn modelId="{78DF46E0-4FB3-4480-A155-AC393FBC6961}" srcId="{A5703078-4389-4371-8071-8FFFE3CAC3CE}" destId="{B346EDF5-4777-4B71-B11A-786CD15B3258}" srcOrd="3" destOrd="0" parTransId="{D69CA7C9-66AA-4164-972B-6F64C40F5D8B}" sibTransId="{F4F29506-4F09-4087-9DE9-60103B084D2E}"/>
    <dgm:cxn modelId="{D82C59F1-9CC7-4D1C-B89E-461D7C2AB3A5}" srcId="{53DA1286-DD63-4DED-9E87-4299F38D7FE8}" destId="{636F2761-0A77-452E-96AA-B9042F0E249E}" srcOrd="2" destOrd="0" parTransId="{7BD3B2E6-D8EB-46AA-A91D-0986218B8B70}" sibTransId="{CC6126FA-BF86-480A-9C2E-4FE72F486A6C}"/>
    <dgm:cxn modelId="{44A14CFC-50F4-4B89-9F15-F675D686993E}" type="presOf" srcId="{53DA1286-DD63-4DED-9E87-4299F38D7FE8}" destId="{B1F8A852-9A2A-41CE-8C2D-6EE2A0F32120}" srcOrd="0" destOrd="0" presId="urn:microsoft.com/office/officeart/2005/8/layout/list1"/>
    <dgm:cxn modelId="{6D59B6D9-9051-4689-B941-D85FCB696782}" type="presParOf" srcId="{653DDB52-7DAE-4CC7-88B0-FF5B880A52A3}" destId="{4A7451AE-D1DF-41E6-B25A-5FD67C53FC7F}" srcOrd="0" destOrd="0" presId="urn:microsoft.com/office/officeart/2005/8/layout/list1"/>
    <dgm:cxn modelId="{34D1A512-CFEA-458B-A2B3-F0FE80F44AC1}" type="presParOf" srcId="{4A7451AE-D1DF-41E6-B25A-5FD67C53FC7F}" destId="{B1F8A852-9A2A-41CE-8C2D-6EE2A0F32120}" srcOrd="0" destOrd="0" presId="urn:microsoft.com/office/officeart/2005/8/layout/list1"/>
    <dgm:cxn modelId="{424A73D9-F8B2-47C6-9D3F-C8E0AB689760}" type="presParOf" srcId="{4A7451AE-D1DF-41E6-B25A-5FD67C53FC7F}" destId="{89F709BF-765D-45E5-B20E-894A6B8BBB9A}" srcOrd="1" destOrd="0" presId="urn:microsoft.com/office/officeart/2005/8/layout/list1"/>
    <dgm:cxn modelId="{4E7571CC-164E-45D1-93EA-ED251CA6DD71}" type="presParOf" srcId="{653DDB52-7DAE-4CC7-88B0-FF5B880A52A3}" destId="{64520353-B379-42D5-8680-0EEE920C84DD}" srcOrd="1" destOrd="0" presId="urn:microsoft.com/office/officeart/2005/8/layout/list1"/>
    <dgm:cxn modelId="{B4374145-92E7-4EAC-8D60-ED267F373D2F}" type="presParOf" srcId="{653DDB52-7DAE-4CC7-88B0-FF5B880A52A3}" destId="{F28D0BD2-38F2-4C06-976F-B93DF3B037D4}" srcOrd="2" destOrd="0" presId="urn:microsoft.com/office/officeart/2005/8/layout/list1"/>
    <dgm:cxn modelId="{DEFA8C32-C0AC-4DE9-ACEE-4CE9EFA4B2C0}" type="presParOf" srcId="{653DDB52-7DAE-4CC7-88B0-FF5B880A52A3}" destId="{429544BD-B692-4534-B2AD-CFA19EF45F8B}" srcOrd="3" destOrd="0" presId="urn:microsoft.com/office/officeart/2005/8/layout/list1"/>
    <dgm:cxn modelId="{0F62BDE6-45B6-4FF4-A53D-64697697455B}" type="presParOf" srcId="{653DDB52-7DAE-4CC7-88B0-FF5B880A52A3}" destId="{FABD1D0C-3CD9-4FCC-8550-094E3A55B969}" srcOrd="4" destOrd="0" presId="urn:microsoft.com/office/officeart/2005/8/layout/list1"/>
    <dgm:cxn modelId="{EB972FDF-D8A2-4983-8ACB-C7A8B777FB22}" type="presParOf" srcId="{FABD1D0C-3CD9-4FCC-8550-094E3A55B969}" destId="{49F738DF-778F-4A85-A0C8-B9AFE3C3A72F}" srcOrd="0" destOrd="0" presId="urn:microsoft.com/office/officeart/2005/8/layout/list1"/>
    <dgm:cxn modelId="{EBCCFAFC-45B1-41FF-BA33-4A5FCFA717C6}" type="presParOf" srcId="{FABD1D0C-3CD9-4FCC-8550-094E3A55B969}" destId="{799D5BAA-7A5E-4EDE-BB22-5E5F9B69D910}" srcOrd="1" destOrd="0" presId="urn:microsoft.com/office/officeart/2005/8/layout/list1"/>
    <dgm:cxn modelId="{28CC0E3F-8D06-4C3F-8D2A-F46FAD8232C7}" type="presParOf" srcId="{653DDB52-7DAE-4CC7-88B0-FF5B880A52A3}" destId="{7BDE23FB-E0A5-42D7-96D8-CA51A0AB56D1}" srcOrd="5" destOrd="0" presId="urn:microsoft.com/office/officeart/2005/8/layout/list1"/>
    <dgm:cxn modelId="{6EA747C6-A330-41EE-9905-6D1EA869D2F8}" type="presParOf" srcId="{653DDB52-7DAE-4CC7-88B0-FF5B880A52A3}" destId="{00085380-F207-4086-99FA-8DB66506C7D0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616D078-236D-40DB-9542-FC33150BCB1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F7A033E-2892-4D11-B367-1A32D71CE324}">
      <dgm:prSet phldr="0" custT="1"/>
      <dgm:spPr/>
      <dgm:t>
        <a:bodyPr/>
        <a:lstStyle/>
        <a:p>
          <a:pPr algn="l"/>
          <a:r>
            <a:rPr lang="en-US" sz="1800" dirty="0">
              <a:latin typeface="Corbel" panose="020B0503020204020204"/>
            </a:rPr>
            <a:t>Host monthly idea-sharing meetings for employee input.</a:t>
          </a:r>
          <a:endParaRPr lang="en-US" sz="1800" dirty="0"/>
        </a:p>
      </dgm:t>
    </dgm:pt>
    <dgm:pt modelId="{1BC82BD4-8388-4498-B422-B7AA854D0717}" type="parTrans" cxnId="{9CBA8209-E021-460B-B7DD-EBAD76D4442B}">
      <dgm:prSet/>
      <dgm:spPr/>
      <dgm:t>
        <a:bodyPr/>
        <a:lstStyle/>
        <a:p>
          <a:endParaRPr lang="en-US" sz="1800"/>
        </a:p>
      </dgm:t>
    </dgm:pt>
    <dgm:pt modelId="{8B8B9750-3EF0-4144-B74A-ED78CB261C49}" type="sibTrans" cxnId="{9CBA8209-E021-460B-B7DD-EBAD76D4442B}">
      <dgm:prSet/>
      <dgm:spPr/>
      <dgm:t>
        <a:bodyPr/>
        <a:lstStyle/>
        <a:p>
          <a:endParaRPr lang="en-US" sz="1800"/>
        </a:p>
      </dgm:t>
    </dgm:pt>
    <dgm:pt modelId="{D96183F2-4DE4-4BEB-A146-C8CA9AD4F0FD}">
      <dgm:prSet phldr="0" custT="1"/>
      <dgm:spPr/>
      <dgm:t>
        <a:bodyPr/>
        <a:lstStyle/>
        <a:p>
          <a:pPr algn="l" rtl="0"/>
          <a:r>
            <a:rPr lang="en-US" sz="1800" dirty="0">
              <a:latin typeface="Corbel" panose="020B0503020204020204"/>
            </a:rPr>
            <a:t>Hold regular feedback loops and one-on-one meetings.</a:t>
          </a:r>
        </a:p>
      </dgm:t>
    </dgm:pt>
    <dgm:pt modelId="{0B7BAA3A-DD7B-43CA-B823-847FFAA46D06}" type="parTrans" cxnId="{B3A85909-EA0B-4D0C-81DE-5B897956D792}">
      <dgm:prSet/>
      <dgm:spPr/>
      <dgm:t>
        <a:bodyPr/>
        <a:lstStyle/>
        <a:p>
          <a:endParaRPr lang="en-US" sz="1800"/>
        </a:p>
      </dgm:t>
    </dgm:pt>
    <dgm:pt modelId="{800FCD3D-C530-4AC0-BE99-A4462E6E8319}" type="sibTrans" cxnId="{B3A85909-EA0B-4D0C-81DE-5B897956D792}">
      <dgm:prSet/>
      <dgm:spPr/>
      <dgm:t>
        <a:bodyPr/>
        <a:lstStyle/>
        <a:p>
          <a:endParaRPr lang="en-US" sz="1800"/>
        </a:p>
      </dgm:t>
    </dgm:pt>
    <dgm:pt modelId="{C8ECA902-AA23-4C31-A022-6044355670FC}">
      <dgm:prSet phldr="0" custT="1"/>
      <dgm:spPr/>
      <dgm:t>
        <a:bodyPr/>
        <a:lstStyle/>
        <a:p>
          <a:pPr algn="l"/>
          <a:r>
            <a:rPr lang="en-US" sz="1800" dirty="0">
              <a:latin typeface="Corbel" panose="020B0503020204020204"/>
            </a:rPr>
            <a:t>Provide training and mentorship for growth.</a:t>
          </a:r>
        </a:p>
      </dgm:t>
    </dgm:pt>
    <dgm:pt modelId="{F46E283D-23E3-4024-8486-0355C1AEFD5E}" type="parTrans" cxnId="{933B8F59-7493-4A4F-8394-1DBFCC4BBDCF}">
      <dgm:prSet/>
      <dgm:spPr/>
      <dgm:t>
        <a:bodyPr/>
        <a:lstStyle/>
        <a:p>
          <a:endParaRPr lang="en-US" sz="1800"/>
        </a:p>
      </dgm:t>
    </dgm:pt>
    <dgm:pt modelId="{9F4E308A-4DCF-491B-83A5-13702C1D8499}" type="sibTrans" cxnId="{933B8F59-7493-4A4F-8394-1DBFCC4BBDCF}">
      <dgm:prSet/>
      <dgm:spPr/>
      <dgm:t>
        <a:bodyPr/>
        <a:lstStyle/>
        <a:p>
          <a:endParaRPr lang="en-US" sz="1800"/>
        </a:p>
      </dgm:t>
    </dgm:pt>
    <dgm:pt modelId="{F3F6AF59-236F-43A6-99D1-DF8473D317EA}">
      <dgm:prSet phldr="0" custT="1"/>
      <dgm:spPr/>
      <dgm:t>
        <a:bodyPr/>
        <a:lstStyle/>
        <a:p>
          <a:pPr algn="l"/>
          <a:r>
            <a:rPr lang="en-US" sz="1800" dirty="0">
              <a:latin typeface="Corbel" panose="020B0503020204020204"/>
            </a:rPr>
            <a:t>Strengthen a culture of teamwork, trust, and recognition.</a:t>
          </a:r>
        </a:p>
      </dgm:t>
    </dgm:pt>
    <dgm:pt modelId="{9E74240A-1608-4713-9F4F-6B51B04BC9E7}" type="parTrans" cxnId="{ACB0911D-C862-4AA8-8CCA-8CF314067772}">
      <dgm:prSet/>
      <dgm:spPr/>
      <dgm:t>
        <a:bodyPr/>
        <a:lstStyle/>
        <a:p>
          <a:endParaRPr lang="en-US" sz="1800"/>
        </a:p>
      </dgm:t>
    </dgm:pt>
    <dgm:pt modelId="{2242D18E-ECF9-4500-A18C-612F69625706}" type="sibTrans" cxnId="{ACB0911D-C862-4AA8-8CCA-8CF314067772}">
      <dgm:prSet/>
      <dgm:spPr/>
      <dgm:t>
        <a:bodyPr/>
        <a:lstStyle/>
        <a:p>
          <a:endParaRPr lang="en-US" sz="1800"/>
        </a:p>
      </dgm:t>
    </dgm:pt>
    <dgm:pt modelId="{3EB4F053-7431-4070-B6DE-8F6025D0D22E}">
      <dgm:prSet phldr="0" custT="1"/>
      <dgm:spPr/>
      <dgm:t>
        <a:bodyPr/>
        <a:lstStyle/>
        <a:p>
          <a:pPr algn="l"/>
          <a:r>
            <a:rPr lang="en-US" sz="1800" dirty="0">
              <a:latin typeface="Corbel" panose="020B0503020204020204"/>
            </a:rPr>
            <a:t>Support work-life balance with flexibility and mental-health resources.</a:t>
          </a:r>
        </a:p>
      </dgm:t>
    </dgm:pt>
    <dgm:pt modelId="{15A94298-1103-4F36-80A4-59CD0155F0DF}" type="parTrans" cxnId="{3C5D915B-78EF-4D74-A419-201901300804}">
      <dgm:prSet/>
      <dgm:spPr/>
      <dgm:t>
        <a:bodyPr/>
        <a:lstStyle/>
        <a:p>
          <a:endParaRPr lang="en-US" sz="1800"/>
        </a:p>
      </dgm:t>
    </dgm:pt>
    <dgm:pt modelId="{8ED66F30-3A5D-47E7-B2C6-E90BBF0D0A96}" type="sibTrans" cxnId="{3C5D915B-78EF-4D74-A419-201901300804}">
      <dgm:prSet/>
      <dgm:spPr/>
      <dgm:t>
        <a:bodyPr/>
        <a:lstStyle/>
        <a:p>
          <a:endParaRPr lang="en-US" sz="1800"/>
        </a:p>
      </dgm:t>
    </dgm:pt>
    <dgm:pt modelId="{08FF8B7E-3A07-4ABA-8C58-AEC47A9262E0}">
      <dgm:prSet phldr="0" custT="1"/>
      <dgm:spPr/>
      <dgm:t>
        <a:bodyPr/>
        <a:lstStyle/>
        <a:p>
          <a:pPr algn="l"/>
          <a:r>
            <a:rPr lang="en-US" sz="1800" dirty="0">
              <a:latin typeface="Corbel" panose="020B0503020204020204"/>
            </a:rPr>
            <a:t>Celebrate achievements and share success stories.</a:t>
          </a:r>
        </a:p>
      </dgm:t>
    </dgm:pt>
    <dgm:pt modelId="{4D8B9003-B485-4F56-A743-A0BDA8807963}" type="parTrans" cxnId="{52D3A900-B209-45FC-AAA2-8CBC2765BAD9}">
      <dgm:prSet/>
      <dgm:spPr/>
      <dgm:t>
        <a:bodyPr/>
        <a:lstStyle/>
        <a:p>
          <a:endParaRPr lang="en-US" sz="1800"/>
        </a:p>
      </dgm:t>
    </dgm:pt>
    <dgm:pt modelId="{49C34905-37D2-4E34-A5A7-E76DE16B41E5}" type="sibTrans" cxnId="{52D3A900-B209-45FC-AAA2-8CBC2765BAD9}">
      <dgm:prSet/>
      <dgm:spPr/>
      <dgm:t>
        <a:bodyPr/>
        <a:lstStyle/>
        <a:p>
          <a:endParaRPr lang="en-US" sz="1800"/>
        </a:p>
      </dgm:t>
    </dgm:pt>
    <dgm:pt modelId="{9B08B2C7-CBC1-4DAC-9141-564A02FCBB5B}" type="pres">
      <dgm:prSet presAssocID="{C616D078-236D-40DB-9542-FC33150BCB18}" presName="diagram" presStyleCnt="0">
        <dgm:presLayoutVars>
          <dgm:dir/>
          <dgm:resizeHandles val="exact"/>
        </dgm:presLayoutVars>
      </dgm:prSet>
      <dgm:spPr/>
    </dgm:pt>
    <dgm:pt modelId="{71336D89-175B-45B8-97B3-3597A2C4AD93}" type="pres">
      <dgm:prSet presAssocID="{D96183F2-4DE4-4BEB-A146-C8CA9AD4F0FD}" presName="node" presStyleLbl="node1" presStyleIdx="0" presStyleCnt="6">
        <dgm:presLayoutVars>
          <dgm:bulletEnabled val="1"/>
        </dgm:presLayoutVars>
      </dgm:prSet>
      <dgm:spPr/>
    </dgm:pt>
    <dgm:pt modelId="{87897FF9-CB80-40A8-AE21-0DE12A777319}" type="pres">
      <dgm:prSet presAssocID="{800FCD3D-C530-4AC0-BE99-A4462E6E8319}" presName="sibTrans" presStyleCnt="0"/>
      <dgm:spPr/>
    </dgm:pt>
    <dgm:pt modelId="{1A2E8032-1138-4FF8-AFFA-8A6B3ED4E77F}" type="pres">
      <dgm:prSet presAssocID="{C8ECA902-AA23-4C31-A022-6044355670FC}" presName="node" presStyleLbl="node1" presStyleIdx="1" presStyleCnt="6">
        <dgm:presLayoutVars>
          <dgm:bulletEnabled val="1"/>
        </dgm:presLayoutVars>
      </dgm:prSet>
      <dgm:spPr/>
    </dgm:pt>
    <dgm:pt modelId="{919A6645-1954-4297-B229-178D164C155C}" type="pres">
      <dgm:prSet presAssocID="{9F4E308A-4DCF-491B-83A5-13702C1D8499}" presName="sibTrans" presStyleCnt="0"/>
      <dgm:spPr/>
    </dgm:pt>
    <dgm:pt modelId="{E8CC2AC3-993C-4F12-8324-3472CFE9F031}" type="pres">
      <dgm:prSet presAssocID="{F3F6AF59-236F-43A6-99D1-DF8473D317EA}" presName="node" presStyleLbl="node1" presStyleIdx="2" presStyleCnt="6">
        <dgm:presLayoutVars>
          <dgm:bulletEnabled val="1"/>
        </dgm:presLayoutVars>
      </dgm:prSet>
      <dgm:spPr/>
    </dgm:pt>
    <dgm:pt modelId="{DD74C425-ED4B-4F76-9FB4-A6932978E0F5}" type="pres">
      <dgm:prSet presAssocID="{2242D18E-ECF9-4500-A18C-612F69625706}" presName="sibTrans" presStyleCnt="0"/>
      <dgm:spPr/>
    </dgm:pt>
    <dgm:pt modelId="{E16FD992-F57A-4B84-B881-5A7B74D24781}" type="pres">
      <dgm:prSet presAssocID="{3EB4F053-7431-4070-B6DE-8F6025D0D22E}" presName="node" presStyleLbl="node1" presStyleIdx="3" presStyleCnt="6">
        <dgm:presLayoutVars>
          <dgm:bulletEnabled val="1"/>
        </dgm:presLayoutVars>
      </dgm:prSet>
      <dgm:spPr/>
    </dgm:pt>
    <dgm:pt modelId="{5F47FAC9-55CB-46EA-8C96-4126300E5967}" type="pres">
      <dgm:prSet presAssocID="{8ED66F30-3A5D-47E7-B2C6-E90BBF0D0A96}" presName="sibTrans" presStyleCnt="0"/>
      <dgm:spPr/>
    </dgm:pt>
    <dgm:pt modelId="{57164A5C-E2C6-4E28-8523-1E407DA8EDE6}" type="pres">
      <dgm:prSet presAssocID="{08FF8B7E-3A07-4ABA-8C58-AEC47A9262E0}" presName="node" presStyleLbl="node1" presStyleIdx="4" presStyleCnt="6">
        <dgm:presLayoutVars>
          <dgm:bulletEnabled val="1"/>
        </dgm:presLayoutVars>
      </dgm:prSet>
      <dgm:spPr/>
    </dgm:pt>
    <dgm:pt modelId="{F982F12C-669F-46ED-92BD-7334BDC6BAFD}" type="pres">
      <dgm:prSet presAssocID="{49C34905-37D2-4E34-A5A7-E76DE16B41E5}" presName="sibTrans" presStyleCnt="0"/>
      <dgm:spPr/>
    </dgm:pt>
    <dgm:pt modelId="{12DC2C0B-6236-488E-9BC3-4AB9F950B028}" type="pres">
      <dgm:prSet presAssocID="{0F7A033E-2892-4D11-B367-1A32D71CE324}" presName="node" presStyleLbl="node1" presStyleIdx="5" presStyleCnt="6">
        <dgm:presLayoutVars>
          <dgm:bulletEnabled val="1"/>
        </dgm:presLayoutVars>
      </dgm:prSet>
      <dgm:spPr/>
    </dgm:pt>
  </dgm:ptLst>
  <dgm:cxnLst>
    <dgm:cxn modelId="{52D3A900-B209-45FC-AAA2-8CBC2765BAD9}" srcId="{C616D078-236D-40DB-9542-FC33150BCB18}" destId="{08FF8B7E-3A07-4ABA-8C58-AEC47A9262E0}" srcOrd="4" destOrd="0" parTransId="{4D8B9003-B485-4F56-A743-A0BDA8807963}" sibTransId="{49C34905-37D2-4E34-A5A7-E76DE16B41E5}"/>
    <dgm:cxn modelId="{A0C03C03-F185-4463-A644-5CF3F6DB577C}" type="presOf" srcId="{C616D078-236D-40DB-9542-FC33150BCB18}" destId="{9B08B2C7-CBC1-4DAC-9141-564A02FCBB5B}" srcOrd="0" destOrd="0" presId="urn:microsoft.com/office/officeart/2005/8/layout/default"/>
    <dgm:cxn modelId="{B3A85909-EA0B-4D0C-81DE-5B897956D792}" srcId="{C616D078-236D-40DB-9542-FC33150BCB18}" destId="{D96183F2-4DE4-4BEB-A146-C8CA9AD4F0FD}" srcOrd="0" destOrd="0" parTransId="{0B7BAA3A-DD7B-43CA-B823-847FFAA46D06}" sibTransId="{800FCD3D-C530-4AC0-BE99-A4462E6E8319}"/>
    <dgm:cxn modelId="{9CBA8209-E021-460B-B7DD-EBAD76D4442B}" srcId="{C616D078-236D-40DB-9542-FC33150BCB18}" destId="{0F7A033E-2892-4D11-B367-1A32D71CE324}" srcOrd="5" destOrd="0" parTransId="{1BC82BD4-8388-4498-B422-B7AA854D0717}" sibTransId="{8B8B9750-3EF0-4144-B74A-ED78CB261C49}"/>
    <dgm:cxn modelId="{ACB0911D-C862-4AA8-8CCA-8CF314067772}" srcId="{C616D078-236D-40DB-9542-FC33150BCB18}" destId="{F3F6AF59-236F-43A6-99D1-DF8473D317EA}" srcOrd="2" destOrd="0" parTransId="{9E74240A-1608-4713-9F4F-6B51B04BC9E7}" sibTransId="{2242D18E-ECF9-4500-A18C-612F69625706}"/>
    <dgm:cxn modelId="{E415312B-69E1-48DB-B04A-7A9C0ABE51E3}" type="presOf" srcId="{F3F6AF59-236F-43A6-99D1-DF8473D317EA}" destId="{E8CC2AC3-993C-4F12-8324-3472CFE9F031}" srcOrd="0" destOrd="0" presId="urn:microsoft.com/office/officeart/2005/8/layout/default"/>
    <dgm:cxn modelId="{4F037633-2495-4F95-A7B0-F72337BE5DDC}" type="presOf" srcId="{C8ECA902-AA23-4C31-A022-6044355670FC}" destId="{1A2E8032-1138-4FF8-AFFA-8A6B3ED4E77F}" srcOrd="0" destOrd="0" presId="urn:microsoft.com/office/officeart/2005/8/layout/default"/>
    <dgm:cxn modelId="{B3F4094A-441F-46F5-9210-D6BB56C19FF0}" type="presOf" srcId="{08FF8B7E-3A07-4ABA-8C58-AEC47A9262E0}" destId="{57164A5C-E2C6-4E28-8523-1E407DA8EDE6}" srcOrd="0" destOrd="0" presId="urn:microsoft.com/office/officeart/2005/8/layout/default"/>
    <dgm:cxn modelId="{933B8F59-7493-4A4F-8394-1DBFCC4BBDCF}" srcId="{C616D078-236D-40DB-9542-FC33150BCB18}" destId="{C8ECA902-AA23-4C31-A022-6044355670FC}" srcOrd="1" destOrd="0" parTransId="{F46E283D-23E3-4024-8486-0355C1AEFD5E}" sibTransId="{9F4E308A-4DCF-491B-83A5-13702C1D8499}"/>
    <dgm:cxn modelId="{2D10445A-F1EA-477F-9A32-D3A57E313B99}" type="presOf" srcId="{3EB4F053-7431-4070-B6DE-8F6025D0D22E}" destId="{E16FD992-F57A-4B84-B881-5A7B74D24781}" srcOrd="0" destOrd="0" presId="urn:microsoft.com/office/officeart/2005/8/layout/default"/>
    <dgm:cxn modelId="{3C5D915B-78EF-4D74-A419-201901300804}" srcId="{C616D078-236D-40DB-9542-FC33150BCB18}" destId="{3EB4F053-7431-4070-B6DE-8F6025D0D22E}" srcOrd="3" destOrd="0" parTransId="{15A94298-1103-4F36-80A4-59CD0155F0DF}" sibTransId="{8ED66F30-3A5D-47E7-B2C6-E90BBF0D0A96}"/>
    <dgm:cxn modelId="{AC46A694-6988-4388-B33A-CEFA5B9407B9}" type="presOf" srcId="{0F7A033E-2892-4D11-B367-1A32D71CE324}" destId="{12DC2C0B-6236-488E-9BC3-4AB9F950B028}" srcOrd="0" destOrd="0" presId="urn:microsoft.com/office/officeart/2005/8/layout/default"/>
    <dgm:cxn modelId="{89B44FC7-03AF-4CE1-AF46-222068A54766}" type="presOf" srcId="{D96183F2-4DE4-4BEB-A146-C8CA9AD4F0FD}" destId="{71336D89-175B-45B8-97B3-3597A2C4AD93}" srcOrd="0" destOrd="0" presId="urn:microsoft.com/office/officeart/2005/8/layout/default"/>
    <dgm:cxn modelId="{01530BB1-77BF-4746-9976-13CF82A8C7A4}" type="presParOf" srcId="{9B08B2C7-CBC1-4DAC-9141-564A02FCBB5B}" destId="{71336D89-175B-45B8-97B3-3597A2C4AD93}" srcOrd="0" destOrd="0" presId="urn:microsoft.com/office/officeart/2005/8/layout/default"/>
    <dgm:cxn modelId="{936FD8A2-CE36-4858-B161-6A1D5F54383C}" type="presParOf" srcId="{9B08B2C7-CBC1-4DAC-9141-564A02FCBB5B}" destId="{87897FF9-CB80-40A8-AE21-0DE12A777319}" srcOrd="1" destOrd="0" presId="urn:microsoft.com/office/officeart/2005/8/layout/default"/>
    <dgm:cxn modelId="{C0451201-0F42-4841-98A8-7AA04450DAE1}" type="presParOf" srcId="{9B08B2C7-CBC1-4DAC-9141-564A02FCBB5B}" destId="{1A2E8032-1138-4FF8-AFFA-8A6B3ED4E77F}" srcOrd="2" destOrd="0" presId="urn:microsoft.com/office/officeart/2005/8/layout/default"/>
    <dgm:cxn modelId="{EBBD1FDB-4EC7-4138-8751-DFBF11A4CC6A}" type="presParOf" srcId="{9B08B2C7-CBC1-4DAC-9141-564A02FCBB5B}" destId="{919A6645-1954-4297-B229-178D164C155C}" srcOrd="3" destOrd="0" presId="urn:microsoft.com/office/officeart/2005/8/layout/default"/>
    <dgm:cxn modelId="{FEB6EAFA-C3B6-4604-B93E-85FFB4F17BFD}" type="presParOf" srcId="{9B08B2C7-CBC1-4DAC-9141-564A02FCBB5B}" destId="{E8CC2AC3-993C-4F12-8324-3472CFE9F031}" srcOrd="4" destOrd="0" presId="urn:microsoft.com/office/officeart/2005/8/layout/default"/>
    <dgm:cxn modelId="{64FB7DA5-5DDC-4B67-B572-1D40B186DEB5}" type="presParOf" srcId="{9B08B2C7-CBC1-4DAC-9141-564A02FCBB5B}" destId="{DD74C425-ED4B-4F76-9FB4-A6932978E0F5}" srcOrd="5" destOrd="0" presId="urn:microsoft.com/office/officeart/2005/8/layout/default"/>
    <dgm:cxn modelId="{D40D6736-189E-4169-9318-78C4B7DFAD51}" type="presParOf" srcId="{9B08B2C7-CBC1-4DAC-9141-564A02FCBB5B}" destId="{E16FD992-F57A-4B84-B881-5A7B74D24781}" srcOrd="6" destOrd="0" presId="urn:microsoft.com/office/officeart/2005/8/layout/default"/>
    <dgm:cxn modelId="{74802F87-D32D-44ED-AC77-EBB46ED71906}" type="presParOf" srcId="{9B08B2C7-CBC1-4DAC-9141-564A02FCBB5B}" destId="{5F47FAC9-55CB-46EA-8C96-4126300E5967}" srcOrd="7" destOrd="0" presId="urn:microsoft.com/office/officeart/2005/8/layout/default"/>
    <dgm:cxn modelId="{43E065B4-6879-452A-BE9C-A197597C3996}" type="presParOf" srcId="{9B08B2C7-CBC1-4DAC-9141-564A02FCBB5B}" destId="{57164A5C-E2C6-4E28-8523-1E407DA8EDE6}" srcOrd="8" destOrd="0" presId="urn:microsoft.com/office/officeart/2005/8/layout/default"/>
    <dgm:cxn modelId="{53F69238-1757-476F-9D4D-B528A55E147A}" type="presParOf" srcId="{9B08B2C7-CBC1-4DAC-9141-564A02FCBB5B}" destId="{F982F12C-669F-46ED-92BD-7334BDC6BAFD}" srcOrd="9" destOrd="0" presId="urn:microsoft.com/office/officeart/2005/8/layout/default"/>
    <dgm:cxn modelId="{685295D6-B9E7-4817-A8F0-BDDE99BB0EF4}" type="presParOf" srcId="{9B08B2C7-CBC1-4DAC-9141-564A02FCBB5B}" destId="{12DC2C0B-6236-488E-9BC3-4AB9F950B028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51174D8-19B2-4DD3-95D8-55BEB95ADA8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73E22A7-7FD4-4C08-B596-B9556AB798AB}">
      <dgm:prSet custT="1"/>
      <dgm:spPr/>
      <dgm:t>
        <a:bodyPr/>
        <a:lstStyle/>
        <a:p>
          <a:r>
            <a:rPr lang="en-US" sz="1600" dirty="0"/>
            <a:t>Solves a real problem for students by saving time and reducing stress</a:t>
          </a:r>
        </a:p>
      </dgm:t>
    </dgm:pt>
    <dgm:pt modelId="{F5CB6591-D388-4B5B-8540-594E85A2CE56}" type="parTrans" cxnId="{923CDE6D-ADB9-45C2-A2B0-AD187F3720D9}">
      <dgm:prSet/>
      <dgm:spPr/>
      <dgm:t>
        <a:bodyPr/>
        <a:lstStyle/>
        <a:p>
          <a:endParaRPr lang="en-US" sz="1600"/>
        </a:p>
      </dgm:t>
    </dgm:pt>
    <dgm:pt modelId="{01D45EDC-CF8D-43B1-A5E2-0C1948F0616E}" type="sibTrans" cxnId="{923CDE6D-ADB9-45C2-A2B0-AD187F3720D9}">
      <dgm:prSet/>
      <dgm:spPr/>
      <dgm:t>
        <a:bodyPr/>
        <a:lstStyle/>
        <a:p>
          <a:endParaRPr lang="en-US" sz="1600"/>
        </a:p>
      </dgm:t>
    </dgm:pt>
    <dgm:pt modelId="{16EA199B-C165-4E81-B9F9-6DA9C7717383}">
      <dgm:prSet custT="1"/>
      <dgm:spPr/>
      <dgm:t>
        <a:bodyPr/>
        <a:lstStyle/>
        <a:p>
          <a:r>
            <a:rPr lang="en-US" sz="1600" dirty="0"/>
            <a:t>Reliable, affordable, and high-quality laundry service with 24-hour turnaround</a:t>
          </a:r>
        </a:p>
      </dgm:t>
    </dgm:pt>
    <dgm:pt modelId="{91C0E028-A94B-4D18-8E0C-8618EBC8ABBC}" type="parTrans" cxnId="{FB476B68-57A0-4DBA-8434-A129C89013C6}">
      <dgm:prSet/>
      <dgm:spPr/>
      <dgm:t>
        <a:bodyPr/>
        <a:lstStyle/>
        <a:p>
          <a:endParaRPr lang="en-US" sz="1600"/>
        </a:p>
      </dgm:t>
    </dgm:pt>
    <dgm:pt modelId="{3B561945-EAC2-4DFA-8C3A-04193969ACCE}" type="sibTrans" cxnId="{FB476B68-57A0-4DBA-8434-A129C89013C6}">
      <dgm:prSet/>
      <dgm:spPr/>
      <dgm:t>
        <a:bodyPr/>
        <a:lstStyle/>
        <a:p>
          <a:endParaRPr lang="en-US" sz="1600"/>
        </a:p>
      </dgm:t>
    </dgm:pt>
    <dgm:pt modelId="{4CCF6214-B3EE-478A-BFFB-97D7A97028A1}">
      <dgm:prSet custT="1"/>
      <dgm:spPr/>
      <dgm:t>
        <a:bodyPr/>
        <a:lstStyle/>
        <a:p>
          <a:r>
            <a:rPr lang="en-US" sz="1600"/>
            <a:t>Strong convenience through an easy-to-use app and flexible scheduling</a:t>
          </a:r>
        </a:p>
      </dgm:t>
    </dgm:pt>
    <dgm:pt modelId="{3E9AE769-7C56-40A0-A999-1DA9F9132320}" type="parTrans" cxnId="{4052FD97-80D1-4EB3-A848-29E6066F0BC1}">
      <dgm:prSet/>
      <dgm:spPr/>
      <dgm:t>
        <a:bodyPr/>
        <a:lstStyle/>
        <a:p>
          <a:endParaRPr lang="en-US" sz="1600"/>
        </a:p>
      </dgm:t>
    </dgm:pt>
    <dgm:pt modelId="{601376F7-74DC-48F8-A9B7-169F4C2E01D2}" type="sibTrans" cxnId="{4052FD97-80D1-4EB3-A848-29E6066F0BC1}">
      <dgm:prSet/>
      <dgm:spPr/>
      <dgm:t>
        <a:bodyPr/>
        <a:lstStyle/>
        <a:p>
          <a:endParaRPr lang="en-US" sz="1600"/>
        </a:p>
      </dgm:t>
    </dgm:pt>
    <dgm:pt modelId="{04055E10-C7E1-47B5-BA18-C3587AFC52CE}">
      <dgm:prSet custT="1"/>
      <dgm:spPr/>
      <dgm:t>
        <a:bodyPr/>
        <a:lstStyle/>
        <a:p>
          <a:r>
            <a:rPr lang="en-US" sz="1600" dirty="0"/>
            <a:t>Added services (dry cleaning, ironing) increase value and attract more customers</a:t>
          </a:r>
        </a:p>
      </dgm:t>
    </dgm:pt>
    <dgm:pt modelId="{C14887A7-16D8-403B-9EC2-E89E8F928222}" type="parTrans" cxnId="{2DBBFE89-36AB-4572-8F63-51CF4C20AA7F}">
      <dgm:prSet/>
      <dgm:spPr/>
      <dgm:t>
        <a:bodyPr/>
        <a:lstStyle/>
        <a:p>
          <a:endParaRPr lang="en-US" sz="1600"/>
        </a:p>
      </dgm:t>
    </dgm:pt>
    <dgm:pt modelId="{9AF8E7CA-1A66-49C8-931F-85CB8402A779}" type="sibTrans" cxnId="{2DBBFE89-36AB-4572-8F63-51CF4C20AA7F}">
      <dgm:prSet/>
      <dgm:spPr/>
      <dgm:t>
        <a:bodyPr/>
        <a:lstStyle/>
        <a:p>
          <a:endParaRPr lang="en-US" sz="1600"/>
        </a:p>
      </dgm:t>
    </dgm:pt>
    <dgm:pt modelId="{45ED1872-4EB0-46FA-91AB-6DC5BD9C871A}">
      <dgm:prSet custT="1"/>
      <dgm:spPr/>
      <dgm:t>
        <a:bodyPr/>
        <a:lstStyle/>
        <a:p>
          <a:r>
            <a:rPr lang="en-US" sz="1600"/>
            <a:t>CSR initiatives and eco-friendly practices build trust and positive reputation</a:t>
          </a:r>
        </a:p>
      </dgm:t>
    </dgm:pt>
    <dgm:pt modelId="{A2DDDC40-E3D6-4417-A3F5-79AB584769E6}" type="parTrans" cxnId="{59521640-4184-4597-AAF7-6D2F95425C52}">
      <dgm:prSet/>
      <dgm:spPr/>
      <dgm:t>
        <a:bodyPr/>
        <a:lstStyle/>
        <a:p>
          <a:endParaRPr lang="en-US" sz="1600"/>
        </a:p>
      </dgm:t>
    </dgm:pt>
    <dgm:pt modelId="{77FA6764-9382-45A8-B1E6-1D9B2C6BCA31}" type="sibTrans" cxnId="{59521640-4184-4597-AAF7-6D2F95425C52}">
      <dgm:prSet/>
      <dgm:spPr/>
      <dgm:t>
        <a:bodyPr/>
        <a:lstStyle/>
        <a:p>
          <a:endParaRPr lang="en-US" sz="1600"/>
        </a:p>
      </dgm:t>
    </dgm:pt>
    <dgm:pt modelId="{BF61FF8A-7BED-4202-9632-C073F0823776}">
      <dgm:prSet custT="1"/>
      <dgm:spPr/>
      <dgm:t>
        <a:bodyPr/>
        <a:lstStyle/>
        <a:p>
          <a:r>
            <a:rPr lang="en-US" sz="1600" dirty="0"/>
            <a:t>Motivated student workers supported by flexible scheduling and recognition programs</a:t>
          </a:r>
        </a:p>
      </dgm:t>
    </dgm:pt>
    <dgm:pt modelId="{F32E696E-3080-47CC-9691-758CECBB32EC}" type="parTrans" cxnId="{BAC0D4BD-E673-43CB-B2A3-C9D2F51A2448}">
      <dgm:prSet/>
      <dgm:spPr/>
      <dgm:t>
        <a:bodyPr/>
        <a:lstStyle/>
        <a:p>
          <a:endParaRPr lang="en-US" sz="1600"/>
        </a:p>
      </dgm:t>
    </dgm:pt>
    <dgm:pt modelId="{95BE0BC2-0668-4C31-8CCD-B157C6532BFA}" type="sibTrans" cxnId="{BAC0D4BD-E673-43CB-B2A3-C9D2F51A2448}">
      <dgm:prSet/>
      <dgm:spPr/>
      <dgm:t>
        <a:bodyPr/>
        <a:lstStyle/>
        <a:p>
          <a:endParaRPr lang="en-US" sz="1600"/>
        </a:p>
      </dgm:t>
    </dgm:pt>
    <dgm:pt modelId="{4A800B07-3401-4FCF-9A3F-BF2727AADC5A}">
      <dgm:prSet custT="1"/>
      <dgm:spPr/>
      <dgm:t>
        <a:bodyPr/>
        <a:lstStyle/>
        <a:p>
          <a:r>
            <a:rPr lang="en-US" sz="1600" dirty="0"/>
            <a:t>Efficient operations and consistent service quality boost satisfaction and loyalty</a:t>
          </a:r>
        </a:p>
      </dgm:t>
    </dgm:pt>
    <dgm:pt modelId="{E1C08B70-B7A3-49DC-8689-E4DB4E65C9F8}" type="parTrans" cxnId="{EBB8FCC6-DF0C-4F53-A365-9595855D7A91}">
      <dgm:prSet/>
      <dgm:spPr/>
      <dgm:t>
        <a:bodyPr/>
        <a:lstStyle/>
        <a:p>
          <a:endParaRPr lang="en-US" sz="1600"/>
        </a:p>
      </dgm:t>
    </dgm:pt>
    <dgm:pt modelId="{D03F5215-668E-4A3A-AE7C-5CB9BFF8D802}" type="sibTrans" cxnId="{EBB8FCC6-DF0C-4F53-A365-9595855D7A91}">
      <dgm:prSet/>
      <dgm:spPr/>
      <dgm:t>
        <a:bodyPr/>
        <a:lstStyle/>
        <a:p>
          <a:endParaRPr lang="en-US" sz="1600"/>
        </a:p>
      </dgm:t>
    </dgm:pt>
    <dgm:pt modelId="{A9C2C99B-B61A-4A15-8ABC-09974A89BD57}">
      <dgm:prSet custT="1"/>
      <dgm:spPr/>
      <dgm:t>
        <a:bodyPr/>
        <a:lstStyle/>
        <a:p>
          <a:r>
            <a:rPr lang="en-US" sz="1600"/>
            <a:t>Smart expansion strategy through franchising and low-risk international entry</a:t>
          </a:r>
        </a:p>
      </dgm:t>
    </dgm:pt>
    <dgm:pt modelId="{FD90FFC6-80CE-4C1A-9CA8-50C2E1028F72}" type="parTrans" cxnId="{C8433430-A746-46D3-AE9B-9F02DB7EA452}">
      <dgm:prSet/>
      <dgm:spPr/>
      <dgm:t>
        <a:bodyPr/>
        <a:lstStyle/>
        <a:p>
          <a:endParaRPr lang="en-US" sz="1600"/>
        </a:p>
      </dgm:t>
    </dgm:pt>
    <dgm:pt modelId="{CD88FB62-CE84-4394-AFF2-79E07196D81F}" type="sibTrans" cxnId="{C8433430-A746-46D3-AE9B-9F02DB7EA452}">
      <dgm:prSet/>
      <dgm:spPr/>
      <dgm:t>
        <a:bodyPr/>
        <a:lstStyle/>
        <a:p>
          <a:endParaRPr lang="en-US" sz="1600"/>
        </a:p>
      </dgm:t>
    </dgm:pt>
    <dgm:pt modelId="{5E970E57-1950-4589-8204-F4A1FD9179DB}" type="pres">
      <dgm:prSet presAssocID="{351174D8-19B2-4DD3-95D8-55BEB95ADA8B}" presName="diagram" presStyleCnt="0">
        <dgm:presLayoutVars>
          <dgm:dir/>
          <dgm:resizeHandles val="exact"/>
        </dgm:presLayoutVars>
      </dgm:prSet>
      <dgm:spPr/>
    </dgm:pt>
    <dgm:pt modelId="{6F3CBF50-A9D6-43DA-A056-DD397220100D}" type="pres">
      <dgm:prSet presAssocID="{F73E22A7-7FD4-4C08-B596-B9556AB798AB}" presName="node" presStyleLbl="node1" presStyleIdx="0" presStyleCnt="8">
        <dgm:presLayoutVars>
          <dgm:bulletEnabled val="1"/>
        </dgm:presLayoutVars>
      </dgm:prSet>
      <dgm:spPr/>
    </dgm:pt>
    <dgm:pt modelId="{DD1EE9C7-1438-49C9-8D45-F4C62EA707D1}" type="pres">
      <dgm:prSet presAssocID="{01D45EDC-CF8D-43B1-A5E2-0C1948F0616E}" presName="sibTrans" presStyleCnt="0"/>
      <dgm:spPr/>
    </dgm:pt>
    <dgm:pt modelId="{EE3F0F0A-4F83-488B-AB04-7A243EA5E081}" type="pres">
      <dgm:prSet presAssocID="{16EA199B-C165-4E81-B9F9-6DA9C7717383}" presName="node" presStyleLbl="node1" presStyleIdx="1" presStyleCnt="8">
        <dgm:presLayoutVars>
          <dgm:bulletEnabled val="1"/>
        </dgm:presLayoutVars>
      </dgm:prSet>
      <dgm:spPr/>
    </dgm:pt>
    <dgm:pt modelId="{E37176E9-E953-47E0-AD86-AD4493F03A98}" type="pres">
      <dgm:prSet presAssocID="{3B561945-EAC2-4DFA-8C3A-04193969ACCE}" presName="sibTrans" presStyleCnt="0"/>
      <dgm:spPr/>
    </dgm:pt>
    <dgm:pt modelId="{BCF94648-06EB-4D9D-80EB-DFB6287E86E7}" type="pres">
      <dgm:prSet presAssocID="{4CCF6214-B3EE-478A-BFFB-97D7A97028A1}" presName="node" presStyleLbl="node1" presStyleIdx="2" presStyleCnt="8">
        <dgm:presLayoutVars>
          <dgm:bulletEnabled val="1"/>
        </dgm:presLayoutVars>
      </dgm:prSet>
      <dgm:spPr/>
    </dgm:pt>
    <dgm:pt modelId="{B1C854D1-BACE-4EA5-8BA7-30AE68D1BD88}" type="pres">
      <dgm:prSet presAssocID="{601376F7-74DC-48F8-A9B7-169F4C2E01D2}" presName="sibTrans" presStyleCnt="0"/>
      <dgm:spPr/>
    </dgm:pt>
    <dgm:pt modelId="{C91E23C8-83A6-4A5D-8FBF-6C7C4D9EC0DF}" type="pres">
      <dgm:prSet presAssocID="{04055E10-C7E1-47B5-BA18-C3587AFC52CE}" presName="node" presStyleLbl="node1" presStyleIdx="3" presStyleCnt="8">
        <dgm:presLayoutVars>
          <dgm:bulletEnabled val="1"/>
        </dgm:presLayoutVars>
      </dgm:prSet>
      <dgm:spPr/>
    </dgm:pt>
    <dgm:pt modelId="{FEE0EC79-84FD-4775-BEED-C14FCDDBC87E}" type="pres">
      <dgm:prSet presAssocID="{9AF8E7CA-1A66-49C8-931F-85CB8402A779}" presName="sibTrans" presStyleCnt="0"/>
      <dgm:spPr/>
    </dgm:pt>
    <dgm:pt modelId="{BAD5D622-C993-4B17-9C8E-F5C21F559AF2}" type="pres">
      <dgm:prSet presAssocID="{45ED1872-4EB0-46FA-91AB-6DC5BD9C871A}" presName="node" presStyleLbl="node1" presStyleIdx="4" presStyleCnt="8">
        <dgm:presLayoutVars>
          <dgm:bulletEnabled val="1"/>
        </dgm:presLayoutVars>
      </dgm:prSet>
      <dgm:spPr/>
    </dgm:pt>
    <dgm:pt modelId="{D52A034E-FC38-401F-B232-70B978425F50}" type="pres">
      <dgm:prSet presAssocID="{77FA6764-9382-45A8-B1E6-1D9B2C6BCA31}" presName="sibTrans" presStyleCnt="0"/>
      <dgm:spPr/>
    </dgm:pt>
    <dgm:pt modelId="{FA13742B-F3ED-4A6C-84C7-93DD86C417DA}" type="pres">
      <dgm:prSet presAssocID="{BF61FF8A-7BED-4202-9632-C073F0823776}" presName="node" presStyleLbl="node1" presStyleIdx="5" presStyleCnt="8">
        <dgm:presLayoutVars>
          <dgm:bulletEnabled val="1"/>
        </dgm:presLayoutVars>
      </dgm:prSet>
      <dgm:spPr/>
    </dgm:pt>
    <dgm:pt modelId="{27ABB6F4-83C9-42E2-A8F4-80B08198A907}" type="pres">
      <dgm:prSet presAssocID="{95BE0BC2-0668-4C31-8CCD-B157C6532BFA}" presName="sibTrans" presStyleCnt="0"/>
      <dgm:spPr/>
    </dgm:pt>
    <dgm:pt modelId="{6FEAE06F-BB99-4E74-A5B4-93FF34592F0C}" type="pres">
      <dgm:prSet presAssocID="{4A800B07-3401-4FCF-9A3F-BF2727AADC5A}" presName="node" presStyleLbl="node1" presStyleIdx="6" presStyleCnt="8">
        <dgm:presLayoutVars>
          <dgm:bulletEnabled val="1"/>
        </dgm:presLayoutVars>
      </dgm:prSet>
      <dgm:spPr/>
    </dgm:pt>
    <dgm:pt modelId="{74B4B792-7DEA-4A8D-B5E3-365879CE69FA}" type="pres">
      <dgm:prSet presAssocID="{D03F5215-668E-4A3A-AE7C-5CB9BFF8D802}" presName="sibTrans" presStyleCnt="0"/>
      <dgm:spPr/>
    </dgm:pt>
    <dgm:pt modelId="{A2AA1766-F175-4F41-BFFE-994177811A86}" type="pres">
      <dgm:prSet presAssocID="{A9C2C99B-B61A-4A15-8ABC-09974A89BD57}" presName="node" presStyleLbl="node1" presStyleIdx="7" presStyleCnt="8">
        <dgm:presLayoutVars>
          <dgm:bulletEnabled val="1"/>
        </dgm:presLayoutVars>
      </dgm:prSet>
      <dgm:spPr/>
    </dgm:pt>
  </dgm:ptLst>
  <dgm:cxnLst>
    <dgm:cxn modelId="{2375381B-3096-4571-9000-70B13D4F5D7C}" type="presOf" srcId="{4CCF6214-B3EE-478A-BFFB-97D7A97028A1}" destId="{BCF94648-06EB-4D9D-80EB-DFB6287E86E7}" srcOrd="0" destOrd="0" presId="urn:microsoft.com/office/officeart/2005/8/layout/default"/>
    <dgm:cxn modelId="{C8433430-A746-46D3-AE9B-9F02DB7EA452}" srcId="{351174D8-19B2-4DD3-95D8-55BEB95ADA8B}" destId="{A9C2C99B-B61A-4A15-8ABC-09974A89BD57}" srcOrd="7" destOrd="0" parTransId="{FD90FFC6-80CE-4C1A-9CA8-50C2E1028F72}" sibTransId="{CD88FB62-CE84-4394-AFF2-79E07196D81F}"/>
    <dgm:cxn modelId="{59521640-4184-4597-AAF7-6D2F95425C52}" srcId="{351174D8-19B2-4DD3-95D8-55BEB95ADA8B}" destId="{45ED1872-4EB0-46FA-91AB-6DC5BD9C871A}" srcOrd="4" destOrd="0" parTransId="{A2DDDC40-E3D6-4417-A3F5-79AB584769E6}" sibTransId="{77FA6764-9382-45A8-B1E6-1D9B2C6BCA31}"/>
    <dgm:cxn modelId="{2EA09B41-1477-4CBA-89D0-71268FD24B3B}" type="presOf" srcId="{04055E10-C7E1-47B5-BA18-C3587AFC52CE}" destId="{C91E23C8-83A6-4A5D-8FBF-6C7C4D9EC0DF}" srcOrd="0" destOrd="0" presId="urn:microsoft.com/office/officeart/2005/8/layout/default"/>
    <dgm:cxn modelId="{FB476B68-57A0-4DBA-8434-A129C89013C6}" srcId="{351174D8-19B2-4DD3-95D8-55BEB95ADA8B}" destId="{16EA199B-C165-4E81-B9F9-6DA9C7717383}" srcOrd="1" destOrd="0" parTransId="{91C0E028-A94B-4D18-8E0C-8618EBC8ABBC}" sibTransId="{3B561945-EAC2-4DFA-8C3A-04193969ACCE}"/>
    <dgm:cxn modelId="{923CDE6D-ADB9-45C2-A2B0-AD187F3720D9}" srcId="{351174D8-19B2-4DD3-95D8-55BEB95ADA8B}" destId="{F73E22A7-7FD4-4C08-B596-B9556AB798AB}" srcOrd="0" destOrd="0" parTransId="{F5CB6591-D388-4B5B-8540-594E85A2CE56}" sibTransId="{01D45EDC-CF8D-43B1-A5E2-0C1948F0616E}"/>
    <dgm:cxn modelId="{2DBBFE89-36AB-4572-8F63-51CF4C20AA7F}" srcId="{351174D8-19B2-4DD3-95D8-55BEB95ADA8B}" destId="{04055E10-C7E1-47B5-BA18-C3587AFC52CE}" srcOrd="3" destOrd="0" parTransId="{C14887A7-16D8-403B-9EC2-E89E8F928222}" sibTransId="{9AF8E7CA-1A66-49C8-931F-85CB8402A779}"/>
    <dgm:cxn modelId="{4052FD97-80D1-4EB3-A848-29E6066F0BC1}" srcId="{351174D8-19B2-4DD3-95D8-55BEB95ADA8B}" destId="{4CCF6214-B3EE-478A-BFFB-97D7A97028A1}" srcOrd="2" destOrd="0" parTransId="{3E9AE769-7C56-40A0-A999-1DA9F9132320}" sibTransId="{601376F7-74DC-48F8-A9B7-169F4C2E01D2}"/>
    <dgm:cxn modelId="{5598DBA1-1D86-4E05-9946-896E64B25C91}" type="presOf" srcId="{BF61FF8A-7BED-4202-9632-C073F0823776}" destId="{FA13742B-F3ED-4A6C-84C7-93DD86C417DA}" srcOrd="0" destOrd="0" presId="urn:microsoft.com/office/officeart/2005/8/layout/default"/>
    <dgm:cxn modelId="{26BFC3A5-EAC7-4D51-9F11-FD9EF246593B}" type="presOf" srcId="{351174D8-19B2-4DD3-95D8-55BEB95ADA8B}" destId="{5E970E57-1950-4589-8204-F4A1FD9179DB}" srcOrd="0" destOrd="0" presId="urn:microsoft.com/office/officeart/2005/8/layout/default"/>
    <dgm:cxn modelId="{5C220BAE-63C3-4359-8EEA-F642B578A172}" type="presOf" srcId="{45ED1872-4EB0-46FA-91AB-6DC5BD9C871A}" destId="{BAD5D622-C993-4B17-9C8E-F5C21F559AF2}" srcOrd="0" destOrd="0" presId="urn:microsoft.com/office/officeart/2005/8/layout/default"/>
    <dgm:cxn modelId="{05370CB2-7F00-481D-9F36-CEE8223BFD55}" type="presOf" srcId="{A9C2C99B-B61A-4A15-8ABC-09974A89BD57}" destId="{A2AA1766-F175-4F41-BFFE-994177811A86}" srcOrd="0" destOrd="0" presId="urn:microsoft.com/office/officeart/2005/8/layout/default"/>
    <dgm:cxn modelId="{1CD744B6-24C6-4A7F-8A71-5EB7B43FE964}" type="presOf" srcId="{16EA199B-C165-4E81-B9F9-6DA9C7717383}" destId="{EE3F0F0A-4F83-488B-AB04-7A243EA5E081}" srcOrd="0" destOrd="0" presId="urn:microsoft.com/office/officeart/2005/8/layout/default"/>
    <dgm:cxn modelId="{BAC0D4BD-E673-43CB-B2A3-C9D2F51A2448}" srcId="{351174D8-19B2-4DD3-95D8-55BEB95ADA8B}" destId="{BF61FF8A-7BED-4202-9632-C073F0823776}" srcOrd="5" destOrd="0" parTransId="{F32E696E-3080-47CC-9691-758CECBB32EC}" sibTransId="{95BE0BC2-0668-4C31-8CCD-B157C6532BFA}"/>
    <dgm:cxn modelId="{EBB8FCC6-DF0C-4F53-A365-9595855D7A91}" srcId="{351174D8-19B2-4DD3-95D8-55BEB95ADA8B}" destId="{4A800B07-3401-4FCF-9A3F-BF2727AADC5A}" srcOrd="6" destOrd="0" parTransId="{E1C08B70-B7A3-49DC-8689-E4DB4E65C9F8}" sibTransId="{D03F5215-668E-4A3A-AE7C-5CB9BFF8D802}"/>
    <dgm:cxn modelId="{B51CC6F8-58DE-44C0-AE6C-514598D834BC}" type="presOf" srcId="{4A800B07-3401-4FCF-9A3F-BF2727AADC5A}" destId="{6FEAE06F-BB99-4E74-A5B4-93FF34592F0C}" srcOrd="0" destOrd="0" presId="urn:microsoft.com/office/officeart/2005/8/layout/default"/>
    <dgm:cxn modelId="{0ED2DCFE-ACA7-4F9A-AF29-2CA1332D0298}" type="presOf" srcId="{F73E22A7-7FD4-4C08-B596-B9556AB798AB}" destId="{6F3CBF50-A9D6-43DA-A056-DD397220100D}" srcOrd="0" destOrd="0" presId="urn:microsoft.com/office/officeart/2005/8/layout/default"/>
    <dgm:cxn modelId="{D2FD5B32-3339-40D5-8892-681CFE642E09}" type="presParOf" srcId="{5E970E57-1950-4589-8204-F4A1FD9179DB}" destId="{6F3CBF50-A9D6-43DA-A056-DD397220100D}" srcOrd="0" destOrd="0" presId="urn:microsoft.com/office/officeart/2005/8/layout/default"/>
    <dgm:cxn modelId="{E3AE2FE9-BB81-40DB-8B92-4C7131DEABBA}" type="presParOf" srcId="{5E970E57-1950-4589-8204-F4A1FD9179DB}" destId="{DD1EE9C7-1438-49C9-8D45-F4C62EA707D1}" srcOrd="1" destOrd="0" presId="urn:microsoft.com/office/officeart/2005/8/layout/default"/>
    <dgm:cxn modelId="{0B3F2BA8-D996-4C5C-9835-665D6FF51C5F}" type="presParOf" srcId="{5E970E57-1950-4589-8204-F4A1FD9179DB}" destId="{EE3F0F0A-4F83-488B-AB04-7A243EA5E081}" srcOrd="2" destOrd="0" presId="urn:microsoft.com/office/officeart/2005/8/layout/default"/>
    <dgm:cxn modelId="{E5E81B69-0363-434F-BF15-7C82A6F40525}" type="presParOf" srcId="{5E970E57-1950-4589-8204-F4A1FD9179DB}" destId="{E37176E9-E953-47E0-AD86-AD4493F03A98}" srcOrd="3" destOrd="0" presId="urn:microsoft.com/office/officeart/2005/8/layout/default"/>
    <dgm:cxn modelId="{3DD0BDF0-F8C0-4503-992E-6E3BD846147D}" type="presParOf" srcId="{5E970E57-1950-4589-8204-F4A1FD9179DB}" destId="{BCF94648-06EB-4D9D-80EB-DFB6287E86E7}" srcOrd="4" destOrd="0" presId="urn:microsoft.com/office/officeart/2005/8/layout/default"/>
    <dgm:cxn modelId="{4CD836CF-2DA3-4B9D-9BE0-F0EC68713DEB}" type="presParOf" srcId="{5E970E57-1950-4589-8204-F4A1FD9179DB}" destId="{B1C854D1-BACE-4EA5-8BA7-30AE68D1BD88}" srcOrd="5" destOrd="0" presId="urn:microsoft.com/office/officeart/2005/8/layout/default"/>
    <dgm:cxn modelId="{09849E6A-B1B5-4705-BDF8-4711710704F0}" type="presParOf" srcId="{5E970E57-1950-4589-8204-F4A1FD9179DB}" destId="{C91E23C8-83A6-4A5D-8FBF-6C7C4D9EC0DF}" srcOrd="6" destOrd="0" presId="urn:microsoft.com/office/officeart/2005/8/layout/default"/>
    <dgm:cxn modelId="{32C4B1B2-5D73-42DE-A3D6-B707723541BA}" type="presParOf" srcId="{5E970E57-1950-4589-8204-F4A1FD9179DB}" destId="{FEE0EC79-84FD-4775-BEED-C14FCDDBC87E}" srcOrd="7" destOrd="0" presId="urn:microsoft.com/office/officeart/2005/8/layout/default"/>
    <dgm:cxn modelId="{E0119E32-2887-48A2-9CB8-12CA9F041C17}" type="presParOf" srcId="{5E970E57-1950-4589-8204-F4A1FD9179DB}" destId="{BAD5D622-C993-4B17-9C8E-F5C21F559AF2}" srcOrd="8" destOrd="0" presId="urn:microsoft.com/office/officeart/2005/8/layout/default"/>
    <dgm:cxn modelId="{55474F0C-B432-4C71-8921-30DD50E7FD9A}" type="presParOf" srcId="{5E970E57-1950-4589-8204-F4A1FD9179DB}" destId="{D52A034E-FC38-401F-B232-70B978425F50}" srcOrd="9" destOrd="0" presId="urn:microsoft.com/office/officeart/2005/8/layout/default"/>
    <dgm:cxn modelId="{2320F315-A30F-40C2-B8DD-8413F241F9CF}" type="presParOf" srcId="{5E970E57-1950-4589-8204-F4A1FD9179DB}" destId="{FA13742B-F3ED-4A6C-84C7-93DD86C417DA}" srcOrd="10" destOrd="0" presId="urn:microsoft.com/office/officeart/2005/8/layout/default"/>
    <dgm:cxn modelId="{E006A8FE-443D-4004-AD21-1E865A3186ED}" type="presParOf" srcId="{5E970E57-1950-4589-8204-F4A1FD9179DB}" destId="{27ABB6F4-83C9-42E2-A8F4-80B08198A907}" srcOrd="11" destOrd="0" presId="urn:microsoft.com/office/officeart/2005/8/layout/default"/>
    <dgm:cxn modelId="{3AA5937E-BB9F-4CED-9EF6-C36543A92930}" type="presParOf" srcId="{5E970E57-1950-4589-8204-F4A1FD9179DB}" destId="{6FEAE06F-BB99-4E74-A5B4-93FF34592F0C}" srcOrd="12" destOrd="0" presId="urn:microsoft.com/office/officeart/2005/8/layout/default"/>
    <dgm:cxn modelId="{87C53A24-19B8-41BB-962D-388B29C18998}" type="presParOf" srcId="{5E970E57-1950-4589-8204-F4A1FD9179DB}" destId="{74B4B792-7DEA-4A8D-B5E3-365879CE69FA}" srcOrd="13" destOrd="0" presId="urn:microsoft.com/office/officeart/2005/8/layout/default"/>
    <dgm:cxn modelId="{C773BCAC-51B0-456B-A18F-846C4C211B19}" type="presParOf" srcId="{5E970E57-1950-4589-8204-F4A1FD9179DB}" destId="{A2AA1766-F175-4F41-BFFE-994177811A86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4E5EBC-0B1E-4C47-80AA-136B037C1B37}">
      <dsp:nvSpPr>
        <dsp:cNvPr id="0" name=""/>
        <dsp:cNvSpPr/>
      </dsp:nvSpPr>
      <dsp:spPr>
        <a:xfrm>
          <a:off x="1012553" y="3399"/>
          <a:ext cx="2649500" cy="15897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Provides laundry pickup and delivery service for college students on and around campus</a:t>
          </a:r>
        </a:p>
      </dsp:txBody>
      <dsp:txXfrm>
        <a:off x="1012553" y="3399"/>
        <a:ext cx="2649500" cy="1589700"/>
      </dsp:txXfrm>
    </dsp:sp>
    <dsp:sp modelId="{67D8700B-54D5-4C31-B4E2-66FCE21E6135}">
      <dsp:nvSpPr>
        <dsp:cNvPr id="0" name=""/>
        <dsp:cNvSpPr/>
      </dsp:nvSpPr>
      <dsp:spPr>
        <a:xfrm>
          <a:off x="3927004" y="3399"/>
          <a:ext cx="2649500" cy="15897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Designed to help students who lack time or motivation to do laundry regularly</a:t>
          </a:r>
        </a:p>
      </dsp:txBody>
      <dsp:txXfrm>
        <a:off x="3927004" y="3399"/>
        <a:ext cx="2649500" cy="1589700"/>
      </dsp:txXfrm>
    </dsp:sp>
    <dsp:sp modelId="{582BF2C9-1D8B-4880-9C3E-6798F5FE923E}">
      <dsp:nvSpPr>
        <dsp:cNvPr id="0" name=""/>
        <dsp:cNvSpPr/>
      </dsp:nvSpPr>
      <dsp:spPr>
        <a:xfrm>
          <a:off x="1012553" y="1858049"/>
          <a:ext cx="2649500" cy="15897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Students can schedule pickups through an app or website</a:t>
          </a:r>
        </a:p>
      </dsp:txBody>
      <dsp:txXfrm>
        <a:off x="1012553" y="1858049"/>
        <a:ext cx="2649500" cy="1589700"/>
      </dsp:txXfrm>
    </dsp:sp>
    <dsp:sp modelId="{9DD7C445-4151-4495-B813-E4CF129D1E27}">
      <dsp:nvSpPr>
        <dsp:cNvPr id="0" name=""/>
        <dsp:cNvSpPr/>
      </dsp:nvSpPr>
      <dsp:spPr>
        <a:xfrm>
          <a:off x="3927004" y="1858049"/>
          <a:ext cx="2649500" cy="15897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Clothes are picked up, cleaned, and returned within 24 hours</a:t>
          </a:r>
        </a:p>
      </dsp:txBody>
      <dsp:txXfrm>
        <a:off x="3927004" y="1858049"/>
        <a:ext cx="2649500" cy="1589700"/>
      </dsp:txXfrm>
    </dsp:sp>
    <dsp:sp modelId="{64D12DB1-0280-41E9-A8A6-8B6CA472A99F}">
      <dsp:nvSpPr>
        <dsp:cNvPr id="0" name=""/>
        <dsp:cNvSpPr/>
      </dsp:nvSpPr>
      <dsp:spPr>
        <a:xfrm>
          <a:off x="1012553" y="3712700"/>
          <a:ext cx="2649500" cy="15897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Offers additional services </a:t>
          </a:r>
          <a:r>
            <a:rPr lang="en-US" sz="2000" kern="1200" dirty="0">
              <a:latin typeface="Corbel" panose="020B0503020204020204"/>
            </a:rPr>
            <a:t>such as iterations</a:t>
          </a:r>
          <a:r>
            <a:rPr lang="en-US" sz="2000" kern="1200" dirty="0"/>
            <a:t> and ironing</a:t>
          </a:r>
        </a:p>
      </dsp:txBody>
      <dsp:txXfrm>
        <a:off x="1012553" y="3712700"/>
        <a:ext cx="2649500" cy="1589700"/>
      </dsp:txXfrm>
    </dsp:sp>
    <dsp:sp modelId="{12DC2C0B-6236-488E-9BC3-4AB9F950B028}">
      <dsp:nvSpPr>
        <dsp:cNvPr id="0" name=""/>
        <dsp:cNvSpPr/>
      </dsp:nvSpPr>
      <dsp:spPr>
        <a:xfrm>
          <a:off x="3927004" y="3712700"/>
          <a:ext cx="2649500" cy="15897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Saves students time and reduces stress while ensuring clean clothes</a:t>
          </a:r>
        </a:p>
      </dsp:txBody>
      <dsp:txXfrm>
        <a:off x="3927004" y="3712700"/>
        <a:ext cx="2649500" cy="15897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B3906D-2717-4A96-BFF7-F4E28C88C3B2}">
      <dsp:nvSpPr>
        <dsp:cNvPr id="0" name=""/>
        <dsp:cNvSpPr/>
      </dsp:nvSpPr>
      <dsp:spPr>
        <a:xfrm>
          <a:off x="1195697" y="473"/>
          <a:ext cx="2462614" cy="14775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Saves students time by handling one of the most time-consuming chores: laundry</a:t>
          </a:r>
        </a:p>
      </dsp:txBody>
      <dsp:txXfrm>
        <a:off x="1195697" y="473"/>
        <a:ext cx="2462614" cy="1477568"/>
      </dsp:txXfrm>
    </dsp:sp>
    <dsp:sp modelId="{BAA5DC43-0E60-4099-9DE2-53F181D77FA1}">
      <dsp:nvSpPr>
        <dsp:cNvPr id="0" name=""/>
        <dsp:cNvSpPr/>
      </dsp:nvSpPr>
      <dsp:spPr>
        <a:xfrm>
          <a:off x="3904572" y="473"/>
          <a:ext cx="2462614" cy="14775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Allows more time for eating, sleeping, studying, working, and socializing</a:t>
          </a:r>
        </a:p>
      </dsp:txBody>
      <dsp:txXfrm>
        <a:off x="3904572" y="473"/>
        <a:ext cx="2462614" cy="1477568"/>
      </dsp:txXfrm>
    </dsp:sp>
    <dsp:sp modelId="{878327AB-CA93-4263-B74C-012E455BF8B6}">
      <dsp:nvSpPr>
        <dsp:cNvPr id="0" name=""/>
        <dsp:cNvSpPr/>
      </dsp:nvSpPr>
      <dsp:spPr>
        <a:xfrm>
          <a:off x="6613448" y="473"/>
          <a:ext cx="2462614" cy="14775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Hassle-free alternative to laundromats and campus laundry rooms</a:t>
          </a:r>
        </a:p>
      </dsp:txBody>
      <dsp:txXfrm>
        <a:off x="6613448" y="473"/>
        <a:ext cx="2462614" cy="1477568"/>
      </dsp:txXfrm>
    </dsp:sp>
    <dsp:sp modelId="{27399F5A-B1AD-4302-9B4F-BF1B1EB5C98B}">
      <dsp:nvSpPr>
        <dsp:cNvPr id="0" name=""/>
        <dsp:cNvSpPr/>
      </dsp:nvSpPr>
      <dsp:spPr>
        <a:xfrm>
          <a:off x="1195697" y="1724303"/>
          <a:ext cx="2462614" cy="14775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No waiting, carrying heavy loads, or dealing with app issues from other services</a:t>
          </a:r>
        </a:p>
      </dsp:txBody>
      <dsp:txXfrm>
        <a:off x="1195697" y="1724303"/>
        <a:ext cx="2462614" cy="1477568"/>
      </dsp:txXfrm>
    </dsp:sp>
    <dsp:sp modelId="{768B0C13-069F-416D-ABFB-B471522D1B4F}">
      <dsp:nvSpPr>
        <dsp:cNvPr id="0" name=""/>
        <dsp:cNvSpPr/>
      </dsp:nvSpPr>
      <dsp:spPr>
        <a:xfrm>
          <a:off x="3904572" y="1724303"/>
          <a:ext cx="2462614" cy="14775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Guarantees efficient, high-quality cleaning and delivery</a:t>
          </a:r>
        </a:p>
      </dsp:txBody>
      <dsp:txXfrm>
        <a:off x="3904572" y="1724303"/>
        <a:ext cx="2462614" cy="1477568"/>
      </dsp:txXfrm>
    </dsp:sp>
    <dsp:sp modelId="{A703C692-3C53-48FC-A262-C9D84917AEDD}">
      <dsp:nvSpPr>
        <dsp:cNvPr id="0" name=""/>
        <dsp:cNvSpPr/>
      </dsp:nvSpPr>
      <dsp:spPr>
        <a:xfrm>
          <a:off x="6613448" y="1724303"/>
          <a:ext cx="2462614" cy="14775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Affordable pricing tailored to a college student’s budget</a:t>
          </a:r>
        </a:p>
      </dsp:txBody>
      <dsp:txXfrm>
        <a:off x="6613448" y="1724303"/>
        <a:ext cx="2462614" cy="14775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E1E935-2BBD-409B-8D82-A8539A0C2553}">
      <dsp:nvSpPr>
        <dsp:cNvPr id="0" name=""/>
        <dsp:cNvSpPr/>
      </dsp:nvSpPr>
      <dsp:spPr>
        <a:xfrm>
          <a:off x="1545653" y="2347"/>
          <a:ext cx="6182613" cy="121593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60" tIns="308849" rIns="119960" bIns="308849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 Target entering two new international markets within the next 12 months.</a:t>
          </a:r>
        </a:p>
      </dsp:txBody>
      <dsp:txXfrm>
        <a:off x="1545653" y="2347"/>
        <a:ext cx="6182613" cy="1215939"/>
      </dsp:txXfrm>
    </dsp:sp>
    <dsp:sp modelId="{67EB1EF0-45AF-440B-A9C5-1F450B91605A}">
      <dsp:nvSpPr>
        <dsp:cNvPr id="0" name=""/>
        <dsp:cNvSpPr/>
      </dsp:nvSpPr>
      <dsp:spPr>
        <a:xfrm>
          <a:off x="0" y="2347"/>
          <a:ext cx="1545653" cy="12159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791" tIns="120108" rIns="81791" bIns="120108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Market Expansion</a:t>
          </a:r>
        </a:p>
      </dsp:txBody>
      <dsp:txXfrm>
        <a:off x="0" y="2347"/>
        <a:ext cx="1545653" cy="1215939"/>
      </dsp:txXfrm>
    </dsp:sp>
    <dsp:sp modelId="{6BC8C9BA-C504-4D9B-A7C0-634D1C7DEB05}">
      <dsp:nvSpPr>
        <dsp:cNvPr id="0" name=""/>
        <dsp:cNvSpPr/>
      </dsp:nvSpPr>
      <dsp:spPr>
        <a:xfrm>
          <a:off x="1545653" y="1291243"/>
          <a:ext cx="6182613" cy="121593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60" tIns="308849" rIns="119960" bIns="308849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Focus on integrating AI and ML to enhance operational efficiency and product offerings.</a:t>
          </a:r>
        </a:p>
      </dsp:txBody>
      <dsp:txXfrm>
        <a:off x="1545653" y="1291243"/>
        <a:ext cx="6182613" cy="1215939"/>
      </dsp:txXfrm>
    </dsp:sp>
    <dsp:sp modelId="{D61B7B8A-3875-42D5-B372-CDD66592D0F6}">
      <dsp:nvSpPr>
        <dsp:cNvPr id="0" name=""/>
        <dsp:cNvSpPr/>
      </dsp:nvSpPr>
      <dsp:spPr>
        <a:xfrm>
          <a:off x="0" y="1291243"/>
          <a:ext cx="1545653" cy="12159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791" tIns="120108" rIns="81791" bIns="120108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Technological Advancement</a:t>
          </a:r>
        </a:p>
      </dsp:txBody>
      <dsp:txXfrm>
        <a:off x="0" y="1291243"/>
        <a:ext cx="1545653" cy="1215939"/>
      </dsp:txXfrm>
    </dsp:sp>
    <dsp:sp modelId="{7276C5EF-3B88-44AB-B975-5B163EA3FE04}">
      <dsp:nvSpPr>
        <dsp:cNvPr id="0" name=""/>
        <dsp:cNvSpPr/>
      </dsp:nvSpPr>
      <dsp:spPr>
        <a:xfrm>
          <a:off x="1545653" y="2580140"/>
          <a:ext cx="6182613" cy="121593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60" tIns="308849" rIns="119960" bIns="308849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Cultivate a culture of innovation to support rapid development of new ideas.</a:t>
          </a:r>
        </a:p>
      </dsp:txBody>
      <dsp:txXfrm>
        <a:off x="1545653" y="2580140"/>
        <a:ext cx="6182613" cy="1215939"/>
      </dsp:txXfrm>
    </dsp:sp>
    <dsp:sp modelId="{73D9EB5E-380F-4700-8B71-4B81163E4F42}">
      <dsp:nvSpPr>
        <dsp:cNvPr id="0" name=""/>
        <dsp:cNvSpPr/>
      </dsp:nvSpPr>
      <dsp:spPr>
        <a:xfrm>
          <a:off x="0" y="2580140"/>
          <a:ext cx="1545653" cy="12159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791" tIns="120108" rIns="81791" bIns="120108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Innovation Culture</a:t>
          </a:r>
        </a:p>
      </dsp:txBody>
      <dsp:txXfrm>
        <a:off x="0" y="2580140"/>
        <a:ext cx="1545653" cy="1215939"/>
      </dsp:txXfrm>
    </dsp:sp>
    <dsp:sp modelId="{CE61F6D5-D867-40CF-AE75-055F19436323}">
      <dsp:nvSpPr>
        <dsp:cNvPr id="0" name=""/>
        <dsp:cNvSpPr/>
      </dsp:nvSpPr>
      <dsp:spPr>
        <a:xfrm>
          <a:off x="1545653" y="3869036"/>
          <a:ext cx="6182613" cy="121593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60" tIns="308849" rIns="119960" bIns="308849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 Implement comprehensive sustainability practices across all operations.</a:t>
          </a:r>
        </a:p>
      </dsp:txBody>
      <dsp:txXfrm>
        <a:off x="1545653" y="3869036"/>
        <a:ext cx="6182613" cy="1215939"/>
      </dsp:txXfrm>
    </dsp:sp>
    <dsp:sp modelId="{30A31D78-6402-4483-8A37-F4928368B165}">
      <dsp:nvSpPr>
        <dsp:cNvPr id="0" name=""/>
        <dsp:cNvSpPr/>
      </dsp:nvSpPr>
      <dsp:spPr>
        <a:xfrm>
          <a:off x="0" y="3869036"/>
          <a:ext cx="1545653" cy="12159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791" tIns="120108" rIns="81791" bIns="120108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Sustainability Initiatives</a:t>
          </a:r>
          <a:endParaRPr lang="en-US" sz="1800" kern="1200">
            <a:latin typeface="Corbel" panose="020B0503020204020204"/>
          </a:endParaRPr>
        </a:p>
      </dsp:txBody>
      <dsp:txXfrm>
        <a:off x="0" y="3869036"/>
        <a:ext cx="1545653" cy="121593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E66E79-E15E-4049-B109-B7AB802378BB}">
      <dsp:nvSpPr>
        <dsp:cNvPr id="0" name=""/>
        <dsp:cNvSpPr/>
      </dsp:nvSpPr>
      <dsp:spPr>
        <a:xfrm>
          <a:off x="0" y="625"/>
          <a:ext cx="7315200" cy="14626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4EDDE9-ECE1-4E2E-BA0C-19233598925B}">
      <dsp:nvSpPr>
        <dsp:cNvPr id="0" name=""/>
        <dsp:cNvSpPr/>
      </dsp:nvSpPr>
      <dsp:spPr>
        <a:xfrm>
          <a:off x="442461" y="329728"/>
          <a:ext cx="804475" cy="8044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4524C2-1341-4397-8DE0-ED01B589CB1C}">
      <dsp:nvSpPr>
        <dsp:cNvPr id="0" name=""/>
        <dsp:cNvSpPr/>
      </dsp:nvSpPr>
      <dsp:spPr>
        <a:xfrm>
          <a:off x="1689398" y="625"/>
          <a:ext cx="5625801" cy="1462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801" tIns="154801" rIns="154801" bIns="15480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Dry cleaning services for specific items that need more </a:t>
          </a:r>
          <a:r>
            <a:rPr lang="en-US" sz="1800" b="1" kern="1200"/>
            <a:t>specific handling</a:t>
          </a:r>
          <a:r>
            <a:rPr lang="en-US" sz="1800" kern="1200"/>
            <a:t> in comparison to everyday clothing.</a:t>
          </a:r>
        </a:p>
      </dsp:txBody>
      <dsp:txXfrm>
        <a:off x="1689398" y="625"/>
        <a:ext cx="5625801" cy="1462682"/>
      </dsp:txXfrm>
    </dsp:sp>
    <dsp:sp modelId="{AD63D832-669A-4552-856F-A4DB05935FE3}">
      <dsp:nvSpPr>
        <dsp:cNvPr id="0" name=""/>
        <dsp:cNvSpPr/>
      </dsp:nvSpPr>
      <dsp:spPr>
        <a:xfrm>
          <a:off x="0" y="1828978"/>
          <a:ext cx="7315200" cy="14626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D89F0B-C61E-404B-9BAE-23BF46B7CAE3}">
      <dsp:nvSpPr>
        <dsp:cNvPr id="0" name=""/>
        <dsp:cNvSpPr/>
      </dsp:nvSpPr>
      <dsp:spPr>
        <a:xfrm>
          <a:off x="442461" y="2158082"/>
          <a:ext cx="804475" cy="8044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4022D3-6462-4A3E-B414-4EE1C8483A6B}">
      <dsp:nvSpPr>
        <dsp:cNvPr id="0" name=""/>
        <dsp:cNvSpPr/>
      </dsp:nvSpPr>
      <dsp:spPr>
        <a:xfrm>
          <a:off x="1689398" y="1828978"/>
          <a:ext cx="3291840" cy="1462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801" tIns="154801" rIns="154801" bIns="15480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Students are unable to clean certain items with dorm laundry machines.</a:t>
          </a:r>
        </a:p>
      </dsp:txBody>
      <dsp:txXfrm>
        <a:off x="1689398" y="1828978"/>
        <a:ext cx="3291840" cy="1462682"/>
      </dsp:txXfrm>
    </dsp:sp>
    <dsp:sp modelId="{6412590A-9468-474A-BAF9-6A3017DBD4DD}">
      <dsp:nvSpPr>
        <dsp:cNvPr id="0" name=""/>
        <dsp:cNvSpPr/>
      </dsp:nvSpPr>
      <dsp:spPr>
        <a:xfrm>
          <a:off x="4981238" y="1828978"/>
          <a:ext cx="2333961" cy="1462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801" tIns="154801" rIns="154801" bIns="15480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Ex. Formal suits/dresses, lab coats, large winter coats, formal dresses</a:t>
          </a:r>
        </a:p>
      </dsp:txBody>
      <dsp:txXfrm>
        <a:off x="4981238" y="1828978"/>
        <a:ext cx="2333961" cy="1462682"/>
      </dsp:txXfrm>
    </dsp:sp>
    <dsp:sp modelId="{420565F3-7148-4E46-9411-BB4DE76C4B11}">
      <dsp:nvSpPr>
        <dsp:cNvPr id="0" name=""/>
        <dsp:cNvSpPr/>
      </dsp:nvSpPr>
      <dsp:spPr>
        <a:xfrm>
          <a:off x="0" y="3657332"/>
          <a:ext cx="7315200" cy="14626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647305-46C6-40D3-B986-04D786CEF678}">
      <dsp:nvSpPr>
        <dsp:cNvPr id="0" name=""/>
        <dsp:cNvSpPr/>
      </dsp:nvSpPr>
      <dsp:spPr>
        <a:xfrm>
          <a:off x="442461" y="3986435"/>
          <a:ext cx="804475" cy="8044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1E6AC-DAF6-4689-AC5A-6973566D4803}">
      <dsp:nvSpPr>
        <dsp:cNvPr id="0" name=""/>
        <dsp:cNvSpPr/>
      </dsp:nvSpPr>
      <dsp:spPr>
        <a:xfrm>
          <a:off x="1689398" y="3657332"/>
          <a:ext cx="5625801" cy="1462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801" tIns="154801" rIns="154801" bIns="15480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Providing this additional service </a:t>
          </a:r>
          <a:r>
            <a:rPr lang="en-US" sz="1800" b="1" kern="1200"/>
            <a:t>attracts a wider range of students </a:t>
          </a:r>
          <a:r>
            <a:rPr lang="en-US" sz="1800" kern="1200"/>
            <a:t>and increases convenience for students. </a:t>
          </a:r>
        </a:p>
      </dsp:txBody>
      <dsp:txXfrm>
        <a:off x="1689398" y="3657332"/>
        <a:ext cx="5625801" cy="146268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02F7FE-E0DC-4B05-8FE1-49E0F6595B05}">
      <dsp:nvSpPr>
        <dsp:cNvPr id="0" name=""/>
        <dsp:cNvSpPr/>
      </dsp:nvSpPr>
      <dsp:spPr>
        <a:xfrm>
          <a:off x="0" y="15135"/>
          <a:ext cx="7728267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National Expansion Decision</a:t>
          </a:r>
          <a:endParaRPr lang="en-US" sz="2500" kern="1200">
            <a:latin typeface="Corbel" panose="020B0503020204020204"/>
          </a:endParaRPr>
        </a:p>
      </dsp:txBody>
      <dsp:txXfrm>
        <a:off x="29271" y="44406"/>
        <a:ext cx="7669725" cy="541083"/>
      </dsp:txXfrm>
    </dsp:sp>
    <dsp:sp modelId="{42CB6948-14F3-4AFB-BD3F-99E058B238C5}">
      <dsp:nvSpPr>
        <dsp:cNvPr id="0" name=""/>
        <dsp:cNvSpPr/>
      </dsp:nvSpPr>
      <dsp:spPr>
        <a:xfrm>
          <a:off x="0" y="614760"/>
          <a:ext cx="7728267" cy="41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5372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latin typeface="Corbel" panose="020B0503020204020204"/>
            </a:rPr>
            <a:t>Yes</a:t>
          </a:r>
          <a:endParaRPr lang="en-US" sz="1800" kern="1200" dirty="0"/>
        </a:p>
      </dsp:txBody>
      <dsp:txXfrm>
        <a:off x="0" y="614760"/>
        <a:ext cx="7728267" cy="414000"/>
      </dsp:txXfrm>
    </dsp:sp>
    <dsp:sp modelId="{73139501-32FA-461A-87FA-3F4800AA763D}">
      <dsp:nvSpPr>
        <dsp:cNvPr id="0" name=""/>
        <dsp:cNvSpPr/>
      </dsp:nvSpPr>
      <dsp:spPr>
        <a:xfrm>
          <a:off x="0" y="1028761"/>
          <a:ext cx="7728267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Rationale for Decision</a:t>
          </a:r>
        </a:p>
      </dsp:txBody>
      <dsp:txXfrm>
        <a:off x="29271" y="1058032"/>
        <a:ext cx="7669725" cy="541083"/>
      </dsp:txXfrm>
    </dsp:sp>
    <dsp:sp modelId="{83C09A37-1B2B-42D8-A0CB-AE7D5B76B48D}">
      <dsp:nvSpPr>
        <dsp:cNvPr id="0" name=""/>
        <dsp:cNvSpPr/>
      </dsp:nvSpPr>
      <dsp:spPr>
        <a:xfrm>
          <a:off x="0" y="1628386"/>
          <a:ext cx="7728267" cy="931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5372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Our business is based on college students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Great number of universities and colleges throughout the country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Allows our business to expand into other college campuses like Rutgers</a:t>
          </a:r>
        </a:p>
      </dsp:txBody>
      <dsp:txXfrm>
        <a:off x="0" y="1628386"/>
        <a:ext cx="7728267" cy="931500"/>
      </dsp:txXfrm>
    </dsp:sp>
    <dsp:sp modelId="{97D695C0-930D-4F5A-BF78-956D50A5ECB8}">
      <dsp:nvSpPr>
        <dsp:cNvPr id="0" name=""/>
        <dsp:cNvSpPr/>
      </dsp:nvSpPr>
      <dsp:spPr>
        <a:xfrm>
          <a:off x="0" y="2559886"/>
          <a:ext cx="7728267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Approach: Franchising</a:t>
          </a:r>
        </a:p>
      </dsp:txBody>
      <dsp:txXfrm>
        <a:off x="29271" y="2589157"/>
        <a:ext cx="7669725" cy="541083"/>
      </dsp:txXfrm>
    </dsp:sp>
    <dsp:sp modelId="{19B7600F-0FA0-47A4-8624-A625E4756FCE}">
      <dsp:nvSpPr>
        <dsp:cNvPr id="0" name=""/>
        <dsp:cNvSpPr/>
      </dsp:nvSpPr>
      <dsp:spPr>
        <a:xfrm>
          <a:off x="0" y="3231511"/>
          <a:ext cx="7728267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Rationale for Approach</a:t>
          </a:r>
        </a:p>
      </dsp:txBody>
      <dsp:txXfrm>
        <a:off x="29271" y="3260782"/>
        <a:ext cx="7669725" cy="541083"/>
      </dsp:txXfrm>
    </dsp:sp>
    <dsp:sp modelId="{322205C0-4A32-489C-8A35-32C95A263065}">
      <dsp:nvSpPr>
        <dsp:cNvPr id="0" name=""/>
        <dsp:cNvSpPr/>
      </dsp:nvSpPr>
      <dsp:spPr>
        <a:xfrm>
          <a:off x="0" y="3831136"/>
          <a:ext cx="7728267" cy="1474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5372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rgbClr val="000000"/>
              </a:solidFill>
            </a:rPr>
            <a:t>Franchising lets Student Suds grow fast with less financial risk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rgbClr val="000000"/>
              </a:solidFill>
            </a:rPr>
            <a:t>Local operators bring campus knowledge and accountability.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Enables nationwide growth without requiring large internal resources.</a:t>
          </a:r>
          <a:endParaRPr lang="en-US" sz="1800" kern="1200" dirty="0">
            <a:solidFill>
              <a:srgbClr val="000000"/>
            </a:solidFill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Training and support from the main company ensure consistent service quality. </a:t>
          </a:r>
          <a:endParaRPr lang="en-US" sz="1800" kern="1200" dirty="0">
            <a:solidFill>
              <a:srgbClr val="000000"/>
            </a:solidFill>
          </a:endParaRPr>
        </a:p>
      </dsp:txBody>
      <dsp:txXfrm>
        <a:off x="0" y="3831136"/>
        <a:ext cx="7728267" cy="147487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76D603-535E-430E-B6B1-0026E67B5638}">
      <dsp:nvSpPr>
        <dsp:cNvPr id="0" name=""/>
        <dsp:cNvSpPr/>
      </dsp:nvSpPr>
      <dsp:spPr>
        <a:xfrm>
          <a:off x="8135" y="82878"/>
          <a:ext cx="3049428" cy="32479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u="sng" kern="1200" dirty="0"/>
            <a:t>Canada Opportunities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Shared language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Cultural closeness with US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Long-term trade relationship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Similar student/university needs to US</a:t>
          </a:r>
        </a:p>
      </dsp:txBody>
      <dsp:txXfrm>
        <a:off x="8135" y="82878"/>
        <a:ext cx="3049428" cy="3247965"/>
      </dsp:txXfrm>
    </dsp:sp>
    <dsp:sp modelId="{1CFEEE84-1DBF-48C3-9D2B-4B67991AFC03}">
      <dsp:nvSpPr>
        <dsp:cNvPr id="0" name=""/>
        <dsp:cNvSpPr/>
      </dsp:nvSpPr>
      <dsp:spPr>
        <a:xfrm>
          <a:off x="3105657" y="1585361"/>
          <a:ext cx="457414" cy="243000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D16C41-B28C-4429-9BB0-46427949A718}">
      <dsp:nvSpPr>
        <dsp:cNvPr id="0" name=""/>
        <dsp:cNvSpPr/>
      </dsp:nvSpPr>
      <dsp:spPr>
        <a:xfrm>
          <a:off x="3611166" y="72712"/>
          <a:ext cx="3049428" cy="32479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u="sng" kern="1200" dirty="0"/>
            <a:t>Canada Challenges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Different labor standards and tax regimes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French language requirements in some parts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Environmental and wastewater rules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Competition with local laundromats </a:t>
          </a:r>
        </a:p>
      </dsp:txBody>
      <dsp:txXfrm>
        <a:off x="3611166" y="72712"/>
        <a:ext cx="3049428" cy="3247965"/>
      </dsp:txXfrm>
    </dsp:sp>
    <dsp:sp modelId="{D90E551E-98E1-4CE0-9EC6-2C89DB465437}">
      <dsp:nvSpPr>
        <dsp:cNvPr id="0" name=""/>
        <dsp:cNvSpPr/>
      </dsp:nvSpPr>
      <dsp:spPr>
        <a:xfrm>
          <a:off x="6708688" y="1585361"/>
          <a:ext cx="457414" cy="243000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133FC0-81A5-4DEC-B54C-6C065C787541}">
      <dsp:nvSpPr>
        <dsp:cNvPr id="0" name=""/>
        <dsp:cNvSpPr/>
      </dsp:nvSpPr>
      <dsp:spPr>
        <a:xfrm>
          <a:off x="7214196" y="82878"/>
          <a:ext cx="3049428" cy="32479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u="sng" kern="1200" dirty="0"/>
            <a:t>Overall Rationale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Canada is the easiest and safest </a:t>
          </a:r>
          <a:r>
            <a:rPr lang="en-US" sz="1800" kern="1200" dirty="0">
              <a:latin typeface="Corbel" panose="020B0503020204020204"/>
            </a:rPr>
            <a:t>country for</a:t>
          </a:r>
          <a:r>
            <a:rPr lang="en-US" sz="1800" kern="1200" dirty="0"/>
            <a:t> international expansion </a:t>
          </a:r>
          <a:r>
            <a:rPr lang="en-US" sz="1800" kern="1200" dirty="0">
              <a:latin typeface="Corbel" panose="020B0503020204020204"/>
            </a:rPr>
            <a:t>(cultural</a:t>
          </a:r>
          <a:r>
            <a:rPr lang="en-US" sz="1800" kern="1200" dirty="0"/>
            <a:t>, political, and legal systems like US</a:t>
          </a:r>
          <a:r>
            <a:rPr lang="en-US" sz="1800" kern="1200" dirty="0">
              <a:latin typeface="Corbel" panose="020B0503020204020204"/>
            </a:rPr>
            <a:t>)</a:t>
          </a:r>
          <a:endParaRPr lang="en-US" sz="1800" kern="1200" dirty="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orbel" panose="020B0503020204020204"/>
            </a:rPr>
            <a:t>Provides global</a:t>
          </a:r>
          <a:r>
            <a:rPr lang="en-US" sz="1800" kern="1200" dirty="0"/>
            <a:t> experience with lower risk before moving into harder markets like India or Germany. </a:t>
          </a:r>
        </a:p>
      </dsp:txBody>
      <dsp:txXfrm>
        <a:off x="7214196" y="82878"/>
        <a:ext cx="3049428" cy="324796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B2CD85-D575-49BE-A546-443770D6A567}">
      <dsp:nvSpPr>
        <dsp:cNvPr id="0" name=""/>
        <dsp:cNvSpPr/>
      </dsp:nvSpPr>
      <dsp:spPr>
        <a:xfrm>
          <a:off x="0" y="5113"/>
          <a:ext cx="8264980" cy="1190224"/>
        </a:xfrm>
        <a:prstGeom prst="roundRect">
          <a:avLst>
            <a:gd name="adj" fmla="val 10000"/>
          </a:avLst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5E4250-666B-4B89-908E-42ED66DBA133}">
      <dsp:nvSpPr>
        <dsp:cNvPr id="0" name=""/>
        <dsp:cNvSpPr/>
      </dsp:nvSpPr>
      <dsp:spPr>
        <a:xfrm>
          <a:off x="360042" y="272914"/>
          <a:ext cx="654623" cy="654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943FEA-B5AF-4A30-92C3-00A093E41F50}">
      <dsp:nvSpPr>
        <dsp:cNvPr id="0" name=""/>
        <dsp:cNvSpPr/>
      </dsp:nvSpPr>
      <dsp:spPr>
        <a:xfrm>
          <a:off x="1374709" y="5113"/>
          <a:ext cx="3719241" cy="1190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65" tIns="125965" rIns="125965" bIns="12596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Expansion Strategy</a:t>
          </a:r>
        </a:p>
      </dsp:txBody>
      <dsp:txXfrm>
        <a:off x="1374709" y="5113"/>
        <a:ext cx="3719241" cy="1190224"/>
      </dsp:txXfrm>
    </dsp:sp>
    <dsp:sp modelId="{A928C642-201C-4F7E-8F0C-311934F040C8}">
      <dsp:nvSpPr>
        <dsp:cNvPr id="0" name=""/>
        <dsp:cNvSpPr/>
      </dsp:nvSpPr>
      <dsp:spPr>
        <a:xfrm>
          <a:off x="5093950" y="5113"/>
          <a:ext cx="3169686" cy="1190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65" tIns="125965" rIns="125965" bIns="12596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Combo</a:t>
          </a:r>
        </a:p>
      </dsp:txBody>
      <dsp:txXfrm>
        <a:off x="5093950" y="5113"/>
        <a:ext cx="3169686" cy="1190224"/>
      </dsp:txXfrm>
    </dsp:sp>
    <dsp:sp modelId="{30D5647A-6D82-47C4-B655-5B1407C4D174}">
      <dsp:nvSpPr>
        <dsp:cNvPr id="0" name=""/>
        <dsp:cNvSpPr/>
      </dsp:nvSpPr>
      <dsp:spPr>
        <a:xfrm>
          <a:off x="0" y="1492894"/>
          <a:ext cx="8264980" cy="1190224"/>
        </a:xfrm>
        <a:prstGeom prst="roundRect">
          <a:avLst>
            <a:gd name="adj" fmla="val 10000"/>
          </a:avLst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43E3E9-E814-4ED3-9F73-7526274FCFB5}">
      <dsp:nvSpPr>
        <dsp:cNvPr id="0" name=""/>
        <dsp:cNvSpPr/>
      </dsp:nvSpPr>
      <dsp:spPr>
        <a:xfrm>
          <a:off x="360042" y="1760694"/>
          <a:ext cx="654623" cy="654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A3C761-D9F8-4B60-948A-6250091D53DF}">
      <dsp:nvSpPr>
        <dsp:cNvPr id="0" name=""/>
        <dsp:cNvSpPr/>
      </dsp:nvSpPr>
      <dsp:spPr>
        <a:xfrm>
          <a:off x="1374709" y="1492894"/>
          <a:ext cx="3719241" cy="1190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65" tIns="125965" rIns="125965" bIns="12596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Rationale</a:t>
          </a:r>
        </a:p>
      </dsp:txBody>
      <dsp:txXfrm>
        <a:off x="1374709" y="1492894"/>
        <a:ext cx="3719241" cy="1190224"/>
      </dsp:txXfrm>
    </dsp:sp>
    <dsp:sp modelId="{D58FAAA8-0A57-4F02-9669-0865BFEFA006}">
      <dsp:nvSpPr>
        <dsp:cNvPr id="0" name=""/>
        <dsp:cNvSpPr/>
      </dsp:nvSpPr>
      <dsp:spPr>
        <a:xfrm>
          <a:off x="5093950" y="1492894"/>
          <a:ext cx="3169686" cy="1190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65" tIns="125965" rIns="125965" bIns="12596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Corbel" panose="020B0503020204020204"/>
            </a:rPr>
            <a:t>Laundry processes</a:t>
          </a:r>
          <a:r>
            <a:rPr lang="en-US" sz="1400" kern="1200" dirty="0"/>
            <a:t> should stay the </a:t>
          </a:r>
          <a:r>
            <a:rPr lang="en-US" sz="1400" b="1" kern="1200" dirty="0"/>
            <a:t>same </a:t>
          </a:r>
          <a:r>
            <a:rPr lang="en-US" sz="1400" kern="1200" dirty="0"/>
            <a:t>for maximum efficiency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Certain aspects can be </a:t>
          </a:r>
          <a:r>
            <a:rPr lang="en-US" sz="1400" b="1" kern="1200"/>
            <a:t>customized to fit local preferences</a:t>
          </a:r>
          <a:endParaRPr lang="en-US" sz="1400" kern="1200"/>
        </a:p>
      </dsp:txBody>
      <dsp:txXfrm>
        <a:off x="5093950" y="1492894"/>
        <a:ext cx="3169686" cy="1190224"/>
      </dsp:txXfrm>
    </dsp:sp>
    <dsp:sp modelId="{444EB357-4E4B-4EA4-966C-931D0AE75FB0}">
      <dsp:nvSpPr>
        <dsp:cNvPr id="0" name=""/>
        <dsp:cNvSpPr/>
      </dsp:nvSpPr>
      <dsp:spPr>
        <a:xfrm>
          <a:off x="0" y="2980674"/>
          <a:ext cx="8264980" cy="1190224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9CB27E-CDF5-43BF-8894-E6B5725D445D}">
      <dsp:nvSpPr>
        <dsp:cNvPr id="0" name=""/>
        <dsp:cNvSpPr/>
      </dsp:nvSpPr>
      <dsp:spPr>
        <a:xfrm>
          <a:off x="360042" y="3248474"/>
          <a:ext cx="654623" cy="654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525CBD-0418-4E5A-B0C9-38FC5D762776}">
      <dsp:nvSpPr>
        <dsp:cNvPr id="0" name=""/>
        <dsp:cNvSpPr/>
      </dsp:nvSpPr>
      <dsp:spPr>
        <a:xfrm>
          <a:off x="1374709" y="2980674"/>
          <a:ext cx="3719241" cy="1190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65" tIns="125965" rIns="125965" bIns="12596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Entry Strategy</a:t>
          </a:r>
        </a:p>
      </dsp:txBody>
      <dsp:txXfrm>
        <a:off x="1374709" y="2980674"/>
        <a:ext cx="3719241" cy="1190224"/>
      </dsp:txXfrm>
    </dsp:sp>
    <dsp:sp modelId="{71DA6759-30D7-4FA4-A9F8-CA69502E33B2}">
      <dsp:nvSpPr>
        <dsp:cNvPr id="0" name=""/>
        <dsp:cNvSpPr/>
      </dsp:nvSpPr>
      <dsp:spPr>
        <a:xfrm>
          <a:off x="5093950" y="2980674"/>
          <a:ext cx="3169686" cy="1190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65" tIns="125965" rIns="125965" bIns="12596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Joint Venture</a:t>
          </a:r>
        </a:p>
      </dsp:txBody>
      <dsp:txXfrm>
        <a:off x="5093950" y="2980674"/>
        <a:ext cx="3169686" cy="1190224"/>
      </dsp:txXfrm>
    </dsp:sp>
    <dsp:sp modelId="{A457266A-DEFC-4924-A73E-87C56AEAB46A}">
      <dsp:nvSpPr>
        <dsp:cNvPr id="0" name=""/>
        <dsp:cNvSpPr/>
      </dsp:nvSpPr>
      <dsp:spPr>
        <a:xfrm>
          <a:off x="0" y="4468454"/>
          <a:ext cx="8264980" cy="1190224"/>
        </a:xfrm>
        <a:prstGeom prst="roundRect">
          <a:avLst>
            <a:gd name="adj" fmla="val 10000"/>
          </a:avLst>
        </a:prstGeom>
        <a:solidFill>
          <a:schemeClr val="accent1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71454D-45A3-4D0E-A42E-7F1E0C8D94F4}">
      <dsp:nvSpPr>
        <dsp:cNvPr id="0" name=""/>
        <dsp:cNvSpPr/>
      </dsp:nvSpPr>
      <dsp:spPr>
        <a:xfrm>
          <a:off x="360042" y="4736255"/>
          <a:ext cx="654623" cy="654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25962D-CE06-4B01-BACD-3A1E4EE468EF}">
      <dsp:nvSpPr>
        <dsp:cNvPr id="0" name=""/>
        <dsp:cNvSpPr/>
      </dsp:nvSpPr>
      <dsp:spPr>
        <a:xfrm>
          <a:off x="1374709" y="4468454"/>
          <a:ext cx="3719241" cy="1190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65" tIns="125965" rIns="125965" bIns="12596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Rationale</a:t>
          </a:r>
        </a:p>
      </dsp:txBody>
      <dsp:txXfrm>
        <a:off x="1374709" y="4468454"/>
        <a:ext cx="3719241" cy="1190224"/>
      </dsp:txXfrm>
    </dsp:sp>
    <dsp:sp modelId="{3C3BA0A9-1B1A-4D41-A2E2-64B548C4EFCB}">
      <dsp:nvSpPr>
        <dsp:cNvPr id="0" name=""/>
        <dsp:cNvSpPr/>
      </dsp:nvSpPr>
      <dsp:spPr>
        <a:xfrm>
          <a:off x="5093950" y="4468454"/>
          <a:ext cx="3169686" cy="1190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65" tIns="125965" rIns="125965" bIns="125965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Corbel" panose="020B0503020204020204"/>
            </a:rPr>
            <a:t>Pairs</a:t>
          </a:r>
          <a:r>
            <a:rPr lang="en-US" sz="1200" kern="1200" dirty="0"/>
            <a:t> our business model with a </a:t>
          </a:r>
          <a:r>
            <a:rPr lang="en-US" sz="1200" b="1" kern="1200" dirty="0"/>
            <a:t>local partner</a:t>
          </a:r>
          <a:r>
            <a:rPr lang="en-US" sz="1200" kern="1200" dirty="0"/>
            <a:t> who can handle the hirings, permits, area access</a:t>
          </a:r>
          <a:r>
            <a:rPr lang="en-US" sz="1200" kern="1200" dirty="0">
              <a:latin typeface="Corbel" panose="020B0503020204020204"/>
            </a:rPr>
            <a:t>,</a:t>
          </a:r>
          <a:r>
            <a:rPr lang="en-US" sz="1200" kern="1200" dirty="0"/>
            <a:t> </a:t>
          </a:r>
          <a:r>
            <a:rPr lang="en-US" sz="1200" kern="1200" dirty="0">
              <a:latin typeface="Corbel" panose="020B0503020204020204"/>
            </a:rPr>
            <a:t>etc. 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Corbel" panose="020B0503020204020204"/>
            </a:rPr>
            <a:t>Allows</a:t>
          </a:r>
          <a:r>
            <a:rPr lang="en-US" sz="1200" kern="1200"/>
            <a:t> </a:t>
          </a:r>
          <a:r>
            <a:rPr lang="en-US" sz="1200" kern="1200">
              <a:latin typeface="Corbel" panose="020B0503020204020204"/>
            </a:rPr>
            <a:t>us to </a:t>
          </a:r>
          <a:r>
            <a:rPr lang="en-US" sz="1200" kern="1200"/>
            <a:t>launch faster with fewer mistakes then if we did it on our own. </a:t>
          </a:r>
        </a:p>
      </dsp:txBody>
      <dsp:txXfrm>
        <a:off x="5093950" y="4468454"/>
        <a:ext cx="3169686" cy="119022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F63507-424B-4FD3-ADEA-F04B9E08E11C}">
      <dsp:nvSpPr>
        <dsp:cNvPr id="0" name=""/>
        <dsp:cNvSpPr/>
      </dsp:nvSpPr>
      <dsp:spPr>
        <a:xfrm>
          <a:off x="147876" y="0"/>
          <a:ext cx="1295364" cy="6755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486607-AA5D-4888-9EA1-F567CF029499}">
      <dsp:nvSpPr>
        <dsp:cNvPr id="0" name=""/>
        <dsp:cNvSpPr/>
      </dsp:nvSpPr>
      <dsp:spPr>
        <a:xfrm>
          <a:off x="10814" y="722643"/>
          <a:ext cx="3701042" cy="289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>
              <a:latin typeface="Corbel" panose="020B0503020204020204"/>
            </a:rPr>
            <a:t>Key Responsibilities</a:t>
          </a:r>
          <a:endParaRPr lang="en-US" sz="1800" kern="1200" dirty="0"/>
        </a:p>
      </dsp:txBody>
      <dsp:txXfrm>
        <a:off x="10814" y="722643"/>
        <a:ext cx="3701042" cy="289523"/>
      </dsp:txXfrm>
    </dsp:sp>
    <dsp:sp modelId="{F9649452-847E-4AF4-ADCC-841D44C97D56}">
      <dsp:nvSpPr>
        <dsp:cNvPr id="0" name=""/>
        <dsp:cNvSpPr/>
      </dsp:nvSpPr>
      <dsp:spPr>
        <a:xfrm>
          <a:off x="10814" y="1034068"/>
          <a:ext cx="3701042" cy="10677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Inspect clothing items for stains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Treat stains (need based)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Sort clothes into proper washing cycle, run washer/dryer, package orders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Maintain a clean and organized workspace to help ensure efficiency and top-notch customer service</a:t>
          </a:r>
        </a:p>
      </dsp:txBody>
      <dsp:txXfrm>
        <a:off x="10814" y="1034068"/>
        <a:ext cx="3701042" cy="1067791"/>
      </dsp:txXfrm>
    </dsp:sp>
    <dsp:sp modelId="{D74E07DA-0ADB-4B5C-92D7-F5D325F0757F}">
      <dsp:nvSpPr>
        <dsp:cNvPr id="0" name=""/>
        <dsp:cNvSpPr/>
      </dsp:nvSpPr>
      <dsp:spPr>
        <a:xfrm>
          <a:off x="4205299" y="0"/>
          <a:ext cx="1295364" cy="6755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301E8D-E04C-4E58-828B-9B60FC38847D}">
      <dsp:nvSpPr>
        <dsp:cNvPr id="0" name=""/>
        <dsp:cNvSpPr/>
      </dsp:nvSpPr>
      <dsp:spPr>
        <a:xfrm>
          <a:off x="4359538" y="722643"/>
          <a:ext cx="3701042" cy="289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Qualifications</a:t>
          </a:r>
        </a:p>
      </dsp:txBody>
      <dsp:txXfrm>
        <a:off x="4359538" y="722643"/>
        <a:ext cx="3701042" cy="289523"/>
      </dsp:txXfrm>
    </dsp:sp>
    <dsp:sp modelId="{E39BBABB-4400-4B5B-9B41-21C3DFEE1055}">
      <dsp:nvSpPr>
        <dsp:cNvPr id="0" name=""/>
        <dsp:cNvSpPr/>
      </dsp:nvSpPr>
      <dsp:spPr>
        <a:xfrm>
          <a:off x="4359538" y="1034068"/>
          <a:ext cx="3701042" cy="10677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Deep understanding of laundry care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kern="1200" dirty="0"/>
            <a:t>Prior experience in handling textiles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Ability to stay focused in fast-paced environments and respect others' belongings. 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Detail-oriented and strong time management skills</a:t>
          </a:r>
        </a:p>
      </dsp:txBody>
      <dsp:txXfrm>
        <a:off x="4359538" y="1034068"/>
        <a:ext cx="3701042" cy="106779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01ACB7-AE01-42AB-8E41-7D65198BCAF4}">
      <dsp:nvSpPr>
        <dsp:cNvPr id="0" name=""/>
        <dsp:cNvSpPr/>
      </dsp:nvSpPr>
      <dsp:spPr>
        <a:xfrm>
          <a:off x="570775" y="33021"/>
          <a:ext cx="842293" cy="6058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ln w="10795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59CCE3-FD16-4817-86DF-5705C0696B1E}">
      <dsp:nvSpPr>
        <dsp:cNvPr id="0" name=""/>
        <dsp:cNvSpPr/>
      </dsp:nvSpPr>
      <dsp:spPr>
        <a:xfrm>
          <a:off x="4719" y="684317"/>
          <a:ext cx="2406553" cy="259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>
              <a:latin typeface="Corbel" panose="020B0503020204020204"/>
            </a:rPr>
            <a:t>Advertising Plan</a:t>
          </a:r>
        </a:p>
      </dsp:txBody>
      <dsp:txXfrm>
        <a:off x="4719" y="684317"/>
        <a:ext cx="2406553" cy="259667"/>
      </dsp:txXfrm>
    </dsp:sp>
    <dsp:sp modelId="{F55F08D4-1055-48A6-A95F-15BB58FF6124}">
      <dsp:nvSpPr>
        <dsp:cNvPr id="0" name=""/>
        <dsp:cNvSpPr/>
      </dsp:nvSpPr>
      <dsp:spPr>
        <a:xfrm>
          <a:off x="4719" y="980462"/>
          <a:ext cx="2406553" cy="15550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latin typeface="Corbel" panose="020B0503020204020204"/>
            </a:rPr>
            <a:t>Post job listings on LinkedIn, Handshake, and Indeed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latin typeface="Corbel" panose="020B0503020204020204"/>
            </a:rPr>
            <a:t>Distribute flyers and posters in Rutgers dorms, student centers, and dining halls. 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latin typeface="Corbel" panose="020B0503020204020204"/>
            </a:rPr>
            <a:t>Promote openings on campus social media pages and </a:t>
          </a:r>
          <a:r>
            <a:rPr lang="en-US" sz="1200" b="0" kern="1200" dirty="0" err="1">
              <a:latin typeface="Corbel" panose="020B0503020204020204"/>
            </a:rPr>
            <a:t>GroupMegroup</a:t>
          </a:r>
          <a:r>
            <a:rPr lang="en-US" sz="1200" b="0" kern="1200" dirty="0">
              <a:latin typeface="Corbel" panose="020B0503020204020204"/>
            </a:rPr>
            <a:t> chats.</a:t>
          </a:r>
        </a:p>
      </dsp:txBody>
      <dsp:txXfrm>
        <a:off x="4719" y="980462"/>
        <a:ext cx="2406553" cy="1555042"/>
      </dsp:txXfrm>
    </dsp:sp>
    <dsp:sp modelId="{333A9B05-C336-496C-9BA9-91A86435B687}">
      <dsp:nvSpPr>
        <dsp:cNvPr id="0" name=""/>
        <dsp:cNvSpPr/>
      </dsp:nvSpPr>
      <dsp:spPr>
        <a:xfrm>
          <a:off x="3384864" y="0"/>
          <a:ext cx="842293" cy="605890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CFA54C-3DFD-47B2-BCEC-4A4B08556618}">
      <dsp:nvSpPr>
        <dsp:cNvPr id="0" name=""/>
        <dsp:cNvSpPr/>
      </dsp:nvSpPr>
      <dsp:spPr>
        <a:xfrm>
          <a:off x="2832420" y="684317"/>
          <a:ext cx="2406553" cy="259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 dirty="0">
              <a:latin typeface="Corbel" panose="020B0503020204020204"/>
            </a:rPr>
            <a:t>Criteria for Selection</a:t>
          </a:r>
        </a:p>
      </dsp:txBody>
      <dsp:txXfrm>
        <a:off x="2832420" y="684317"/>
        <a:ext cx="2406553" cy="259667"/>
      </dsp:txXfrm>
    </dsp:sp>
    <dsp:sp modelId="{3010F999-4202-4556-A72F-401771D6524F}">
      <dsp:nvSpPr>
        <dsp:cNvPr id="0" name=""/>
        <dsp:cNvSpPr/>
      </dsp:nvSpPr>
      <dsp:spPr>
        <a:xfrm>
          <a:off x="2832420" y="980462"/>
          <a:ext cx="2406553" cy="15550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latin typeface="Corbel" panose="020B0503020204020204"/>
            </a:rPr>
            <a:t>Prior customer service or retail experience preferred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latin typeface="Corbel" panose="020B0503020204020204"/>
            </a:rPr>
            <a:t>Strong references from previous jobs 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>
              <a:latin typeface="Corbel" panose="020B0503020204020204"/>
            </a:rPr>
            <a:t>Positive and professional attitude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latin typeface="Corbel" panose="020B0503020204020204"/>
            </a:rPr>
            <a:t>Strong references from previous jobs </a:t>
          </a:r>
        </a:p>
      </dsp:txBody>
      <dsp:txXfrm>
        <a:off x="2832420" y="980462"/>
        <a:ext cx="2406553" cy="1555042"/>
      </dsp:txXfrm>
    </dsp:sp>
    <dsp:sp modelId="{FD8A2619-E4BB-438D-91F7-9715A3A480EA}">
      <dsp:nvSpPr>
        <dsp:cNvPr id="0" name=""/>
        <dsp:cNvSpPr/>
      </dsp:nvSpPr>
      <dsp:spPr>
        <a:xfrm>
          <a:off x="6114193" y="0"/>
          <a:ext cx="842293" cy="6058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728816-7FD0-4AC6-B217-C711C103075C}">
      <dsp:nvSpPr>
        <dsp:cNvPr id="0" name=""/>
        <dsp:cNvSpPr/>
      </dsp:nvSpPr>
      <dsp:spPr>
        <a:xfrm>
          <a:off x="5660121" y="684317"/>
          <a:ext cx="2406553" cy="259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 dirty="0">
              <a:solidFill>
                <a:schemeClr val="tx1"/>
              </a:solidFill>
              <a:latin typeface="Calibri"/>
              <a:ea typeface="Calibri"/>
              <a:cs typeface="Calibri"/>
            </a:rPr>
            <a:t>Compensation Plan</a:t>
          </a:r>
        </a:p>
      </dsp:txBody>
      <dsp:txXfrm>
        <a:off x="5660121" y="684317"/>
        <a:ext cx="2406553" cy="259667"/>
      </dsp:txXfrm>
    </dsp:sp>
    <dsp:sp modelId="{CDB51B51-315A-4618-9FC4-B20BB9C3004F}">
      <dsp:nvSpPr>
        <dsp:cNvPr id="0" name=""/>
        <dsp:cNvSpPr/>
      </dsp:nvSpPr>
      <dsp:spPr>
        <a:xfrm>
          <a:off x="5660121" y="980462"/>
          <a:ext cx="2406553" cy="15550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solidFill>
                <a:schemeClr val="tx1"/>
              </a:solidFill>
              <a:latin typeface="Calibri"/>
              <a:ea typeface="Calibri"/>
              <a:cs typeface="Calibri"/>
            </a:rPr>
            <a:t>Starting pay for part-time employees ranges from $15-18 an hour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>
              <a:solidFill>
                <a:schemeClr val="tx1"/>
              </a:solidFill>
              <a:latin typeface="Calibri"/>
              <a:ea typeface="Calibri"/>
              <a:cs typeface="Calibri"/>
            </a:rPr>
            <a:t>Benefits for part-time: free/discounted laundry service, flexible scheduling for students.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solidFill>
                <a:schemeClr val="tx1"/>
              </a:solidFill>
              <a:latin typeface="Calibri"/>
              <a:ea typeface="Calibri"/>
              <a:cs typeface="Calibri"/>
            </a:rPr>
            <a:t>Benefits for full-time: health, dental, and vision insurance</a:t>
          </a:r>
        </a:p>
      </dsp:txBody>
      <dsp:txXfrm>
        <a:off x="5660121" y="980462"/>
        <a:ext cx="2406553" cy="155504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8D0BD2-38F2-4C06-976F-B93DF3B037D4}">
      <dsp:nvSpPr>
        <dsp:cNvPr id="0" name=""/>
        <dsp:cNvSpPr/>
      </dsp:nvSpPr>
      <dsp:spPr>
        <a:xfrm>
          <a:off x="0" y="520912"/>
          <a:ext cx="7728267" cy="1795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9799" tIns="416560" rIns="599799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Reward outstanding employees for accuracy and customer satisfaction through an Employee of the Month award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Award comes with small bonus and public recognition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Top performers gain increased promotion opportunities</a:t>
          </a:r>
        </a:p>
      </dsp:txBody>
      <dsp:txXfrm>
        <a:off x="0" y="520912"/>
        <a:ext cx="7728267" cy="1795500"/>
      </dsp:txXfrm>
    </dsp:sp>
    <dsp:sp modelId="{89F709BF-765D-45E5-B20E-894A6B8BBB9A}">
      <dsp:nvSpPr>
        <dsp:cNvPr id="0" name=""/>
        <dsp:cNvSpPr/>
      </dsp:nvSpPr>
      <dsp:spPr>
        <a:xfrm>
          <a:off x="386413" y="225712"/>
          <a:ext cx="5409786" cy="590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477" tIns="0" rIns="20447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Monthly Employee Recognition Program</a:t>
          </a:r>
        </a:p>
      </dsp:txBody>
      <dsp:txXfrm>
        <a:off x="415234" y="254533"/>
        <a:ext cx="5352144" cy="532757"/>
      </dsp:txXfrm>
    </dsp:sp>
    <dsp:sp modelId="{00085380-F207-4086-99FA-8DB66506C7D0}">
      <dsp:nvSpPr>
        <dsp:cNvPr id="0" name=""/>
        <dsp:cNvSpPr/>
      </dsp:nvSpPr>
      <dsp:spPr>
        <a:xfrm>
          <a:off x="0" y="2719612"/>
          <a:ext cx="7728267" cy="214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9799" tIns="416560" rIns="599799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Offer shifts that accommodate class times and exam weeks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Allow students to swap shifts as needed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Promotes a healthy work-life balance and reduces stress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Reward outstanding employees for accuracy and customer satisfaction through an Employee of the Month award</a:t>
          </a:r>
        </a:p>
      </dsp:txBody>
      <dsp:txXfrm>
        <a:off x="0" y="2719612"/>
        <a:ext cx="7728267" cy="2142000"/>
      </dsp:txXfrm>
    </dsp:sp>
    <dsp:sp modelId="{799D5BAA-7A5E-4EDE-BB22-5E5F9B69D910}">
      <dsp:nvSpPr>
        <dsp:cNvPr id="0" name=""/>
        <dsp:cNvSpPr/>
      </dsp:nvSpPr>
      <dsp:spPr>
        <a:xfrm>
          <a:off x="386413" y="2424412"/>
          <a:ext cx="5409786" cy="590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477" tIns="0" rIns="20447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Flexible Scheduling for Students</a:t>
          </a:r>
        </a:p>
      </dsp:txBody>
      <dsp:txXfrm>
        <a:off x="415234" y="2453233"/>
        <a:ext cx="5352144" cy="53275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336D89-175B-45B8-97B3-3597A2C4AD93}">
      <dsp:nvSpPr>
        <dsp:cNvPr id="0" name=""/>
        <dsp:cNvSpPr/>
      </dsp:nvSpPr>
      <dsp:spPr>
        <a:xfrm>
          <a:off x="1012553" y="3399"/>
          <a:ext cx="2649500" cy="15897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orbel" panose="020B0503020204020204"/>
            </a:rPr>
            <a:t>Hold regular feedback loops and one-on-one meetings.</a:t>
          </a:r>
        </a:p>
      </dsp:txBody>
      <dsp:txXfrm>
        <a:off x="1012553" y="3399"/>
        <a:ext cx="2649500" cy="1589700"/>
      </dsp:txXfrm>
    </dsp:sp>
    <dsp:sp modelId="{1A2E8032-1138-4FF8-AFFA-8A6B3ED4E77F}">
      <dsp:nvSpPr>
        <dsp:cNvPr id="0" name=""/>
        <dsp:cNvSpPr/>
      </dsp:nvSpPr>
      <dsp:spPr>
        <a:xfrm>
          <a:off x="3927004" y="3399"/>
          <a:ext cx="2649500" cy="15897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orbel" panose="020B0503020204020204"/>
            </a:rPr>
            <a:t>Provide training and mentorship for growth.</a:t>
          </a:r>
        </a:p>
      </dsp:txBody>
      <dsp:txXfrm>
        <a:off x="3927004" y="3399"/>
        <a:ext cx="2649500" cy="1589700"/>
      </dsp:txXfrm>
    </dsp:sp>
    <dsp:sp modelId="{E8CC2AC3-993C-4F12-8324-3472CFE9F031}">
      <dsp:nvSpPr>
        <dsp:cNvPr id="0" name=""/>
        <dsp:cNvSpPr/>
      </dsp:nvSpPr>
      <dsp:spPr>
        <a:xfrm>
          <a:off x="1012553" y="1858049"/>
          <a:ext cx="2649500" cy="15897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orbel" panose="020B0503020204020204"/>
            </a:rPr>
            <a:t>Strengthen a culture of teamwork, trust, and recognition.</a:t>
          </a:r>
        </a:p>
      </dsp:txBody>
      <dsp:txXfrm>
        <a:off x="1012553" y="1858049"/>
        <a:ext cx="2649500" cy="1589700"/>
      </dsp:txXfrm>
    </dsp:sp>
    <dsp:sp modelId="{E16FD992-F57A-4B84-B881-5A7B74D24781}">
      <dsp:nvSpPr>
        <dsp:cNvPr id="0" name=""/>
        <dsp:cNvSpPr/>
      </dsp:nvSpPr>
      <dsp:spPr>
        <a:xfrm>
          <a:off x="3927004" y="1858049"/>
          <a:ext cx="2649500" cy="15897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orbel" panose="020B0503020204020204"/>
            </a:rPr>
            <a:t>Support work-life balance with flexibility and mental-health resources.</a:t>
          </a:r>
        </a:p>
      </dsp:txBody>
      <dsp:txXfrm>
        <a:off x="3927004" y="1858049"/>
        <a:ext cx="2649500" cy="1589700"/>
      </dsp:txXfrm>
    </dsp:sp>
    <dsp:sp modelId="{57164A5C-E2C6-4E28-8523-1E407DA8EDE6}">
      <dsp:nvSpPr>
        <dsp:cNvPr id="0" name=""/>
        <dsp:cNvSpPr/>
      </dsp:nvSpPr>
      <dsp:spPr>
        <a:xfrm>
          <a:off x="1012553" y="3712700"/>
          <a:ext cx="2649500" cy="15897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orbel" panose="020B0503020204020204"/>
            </a:rPr>
            <a:t>Celebrate achievements and share success stories.</a:t>
          </a:r>
        </a:p>
      </dsp:txBody>
      <dsp:txXfrm>
        <a:off x="1012553" y="3712700"/>
        <a:ext cx="2649500" cy="1589700"/>
      </dsp:txXfrm>
    </dsp:sp>
    <dsp:sp modelId="{12DC2C0B-6236-488E-9BC3-4AB9F950B028}">
      <dsp:nvSpPr>
        <dsp:cNvPr id="0" name=""/>
        <dsp:cNvSpPr/>
      </dsp:nvSpPr>
      <dsp:spPr>
        <a:xfrm>
          <a:off x="3927004" y="3712700"/>
          <a:ext cx="2649500" cy="15897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orbel" panose="020B0503020204020204"/>
            </a:rPr>
            <a:t>Host monthly idea-sharing meetings for employee input.</a:t>
          </a:r>
          <a:endParaRPr lang="en-US" sz="1800" kern="1200" dirty="0"/>
        </a:p>
      </dsp:txBody>
      <dsp:txXfrm>
        <a:off x="3927004" y="3712700"/>
        <a:ext cx="2649500" cy="15897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3CBF50-A9D6-43DA-A056-DD397220100D}">
      <dsp:nvSpPr>
        <dsp:cNvPr id="0" name=""/>
        <dsp:cNvSpPr/>
      </dsp:nvSpPr>
      <dsp:spPr>
        <a:xfrm>
          <a:off x="0" y="298705"/>
          <a:ext cx="2379688" cy="14278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Solves a real problem for students by saving time and reducing stress</a:t>
          </a:r>
        </a:p>
      </dsp:txBody>
      <dsp:txXfrm>
        <a:off x="0" y="298705"/>
        <a:ext cx="2379688" cy="1427813"/>
      </dsp:txXfrm>
    </dsp:sp>
    <dsp:sp modelId="{EE3F0F0A-4F83-488B-AB04-7A243EA5E081}">
      <dsp:nvSpPr>
        <dsp:cNvPr id="0" name=""/>
        <dsp:cNvSpPr/>
      </dsp:nvSpPr>
      <dsp:spPr>
        <a:xfrm>
          <a:off x="2617657" y="298705"/>
          <a:ext cx="2379688" cy="14278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Reliable, affordable, and high-quality laundry service with 24-hour turnaround</a:t>
          </a:r>
        </a:p>
      </dsp:txBody>
      <dsp:txXfrm>
        <a:off x="2617657" y="298705"/>
        <a:ext cx="2379688" cy="1427813"/>
      </dsp:txXfrm>
    </dsp:sp>
    <dsp:sp modelId="{BCF94648-06EB-4D9D-80EB-DFB6287E86E7}">
      <dsp:nvSpPr>
        <dsp:cNvPr id="0" name=""/>
        <dsp:cNvSpPr/>
      </dsp:nvSpPr>
      <dsp:spPr>
        <a:xfrm>
          <a:off x="5235314" y="298705"/>
          <a:ext cx="2379688" cy="14278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Strong convenience through an easy-to-use app and flexible scheduling</a:t>
          </a:r>
        </a:p>
      </dsp:txBody>
      <dsp:txXfrm>
        <a:off x="5235314" y="298705"/>
        <a:ext cx="2379688" cy="1427813"/>
      </dsp:txXfrm>
    </dsp:sp>
    <dsp:sp modelId="{C91E23C8-83A6-4A5D-8FBF-6C7C4D9EC0DF}">
      <dsp:nvSpPr>
        <dsp:cNvPr id="0" name=""/>
        <dsp:cNvSpPr/>
      </dsp:nvSpPr>
      <dsp:spPr>
        <a:xfrm>
          <a:off x="0" y="1964486"/>
          <a:ext cx="2379688" cy="14278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Added services (dry cleaning, ironing) increase value and attract more customers</a:t>
          </a:r>
        </a:p>
      </dsp:txBody>
      <dsp:txXfrm>
        <a:off x="0" y="1964486"/>
        <a:ext cx="2379688" cy="1427813"/>
      </dsp:txXfrm>
    </dsp:sp>
    <dsp:sp modelId="{BAD5D622-C993-4B17-9C8E-F5C21F559AF2}">
      <dsp:nvSpPr>
        <dsp:cNvPr id="0" name=""/>
        <dsp:cNvSpPr/>
      </dsp:nvSpPr>
      <dsp:spPr>
        <a:xfrm>
          <a:off x="2617657" y="1964486"/>
          <a:ext cx="2379688" cy="14278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CSR initiatives and eco-friendly practices build trust and positive reputation</a:t>
          </a:r>
        </a:p>
      </dsp:txBody>
      <dsp:txXfrm>
        <a:off x="2617657" y="1964486"/>
        <a:ext cx="2379688" cy="1427813"/>
      </dsp:txXfrm>
    </dsp:sp>
    <dsp:sp modelId="{FA13742B-F3ED-4A6C-84C7-93DD86C417DA}">
      <dsp:nvSpPr>
        <dsp:cNvPr id="0" name=""/>
        <dsp:cNvSpPr/>
      </dsp:nvSpPr>
      <dsp:spPr>
        <a:xfrm>
          <a:off x="5235314" y="1964486"/>
          <a:ext cx="2379688" cy="14278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Motivated student workers supported by flexible scheduling and recognition programs</a:t>
          </a:r>
        </a:p>
      </dsp:txBody>
      <dsp:txXfrm>
        <a:off x="5235314" y="1964486"/>
        <a:ext cx="2379688" cy="1427813"/>
      </dsp:txXfrm>
    </dsp:sp>
    <dsp:sp modelId="{6FEAE06F-BB99-4E74-A5B4-93FF34592F0C}">
      <dsp:nvSpPr>
        <dsp:cNvPr id="0" name=""/>
        <dsp:cNvSpPr/>
      </dsp:nvSpPr>
      <dsp:spPr>
        <a:xfrm>
          <a:off x="1308828" y="3630268"/>
          <a:ext cx="2379688" cy="14278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Efficient operations and consistent service quality boost satisfaction and loyalty</a:t>
          </a:r>
        </a:p>
      </dsp:txBody>
      <dsp:txXfrm>
        <a:off x="1308828" y="3630268"/>
        <a:ext cx="2379688" cy="1427813"/>
      </dsp:txXfrm>
    </dsp:sp>
    <dsp:sp modelId="{A2AA1766-F175-4F41-BFFE-994177811A86}">
      <dsp:nvSpPr>
        <dsp:cNvPr id="0" name=""/>
        <dsp:cNvSpPr/>
      </dsp:nvSpPr>
      <dsp:spPr>
        <a:xfrm>
          <a:off x="3926485" y="3630268"/>
          <a:ext cx="2379688" cy="14278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Smart expansion strategy through franchising and low-risk international entry</a:t>
          </a:r>
        </a:p>
      </dsp:txBody>
      <dsp:txXfrm>
        <a:off x="3926485" y="3630268"/>
        <a:ext cx="2379688" cy="14278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BasicProcessNew">
  <dgm:title val="Basic Process New"/>
  <dgm:desc val="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fact="0.15"/>
      <dgm:constr type="h" for="ch" forName="sibTrans" op="equ"/>
    </dgm:constrLst>
    <dgm:ruleLst>
      <dgm:rule type="h" for="ch" forName="sibTrans" val="6.75" fact="NaN" max="NaN"/>
      <dgm:rule type="w" for="ch" forName="sibTrans" val="8.75" fact="NaN" max="NaN"/>
    </dgm:ruleLst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lMarg" val="12"/>
          <dgm:constr type="rMarg" val="12"/>
          <dgm:constr type="tMarg" val="12"/>
          <dgm:constr type="bMarg" val="12"/>
        </dgm:constrLst>
        <dgm:ruleLst>
          <dgm:rule type="primFontSz" val="11" fact="NaN" max="NaN"/>
          <dgm:rule type="primFontSz" val="18" fact="NaN" max="NaN"/>
          <dgm:rule type="h" val="NaN" fact="1.5" max="NaN"/>
          <dgm:rule type="primFontSz" val="11" fact="NaN" max="NaN"/>
          <dgm:rule type="h" val="INF" fact="NaN" max="NaN"/>
        </dgm:ruleLst>
      </dgm:layoutNode>
      <dgm:forEach name="sibTransForEach" axis="followSib" ptType="sibTrans" cnt="1">
        <dgm:layoutNode name="sibTransSpacerBeforeConnector" styleLbl="node1">
          <dgm:alg type="sp"/>
          <dgm:shape xmlns:r="http://schemas.openxmlformats.org/officeDocument/2006/relationships" r:blip="">
            <dgm:adjLst/>
          </dgm:shape>
          <dgm:constrLst>
            <dgm:constr type="w" val="4.5"/>
          </dgm:constrLst>
          <dgm:presOf/>
          <dgm:ruleLst>
            <dgm:rule type="w" val="4.5" fact="NaN" max="NaN"/>
          </dgm:ruleLst>
        </dgm:layoutNode>
        <dgm:layoutNode name="sibTrans" styleLbl="node1">
          <dgm:alg type="sp"/>
          <dgm:shape xmlns:r="http://schemas.openxmlformats.org/officeDocument/2006/relationships" type="rightArrow" r:blip="">
            <dgm:adjLst>
              <dgm:adj idx="1" val="0.5"/>
            </dgm:adjLst>
          </dgm:shape>
          <dgm:presOf axis="self"/>
          <dgm:constrLst>
            <dgm:constr type="h" val="6.75"/>
          </dgm:constrLst>
          <dgm:ruleLst>
            <dgm:rule type="h" val="6.75" fact="NaN" max="NaN"/>
            <dgm:rule type="w" val="8.75" fact="NaN" max="NaN"/>
          </dgm:ruleLst>
        </dgm:layoutNode>
        <dgm:layoutNode name="sibTransSpacerAfterConnector">
          <dgm:alg type="sp"/>
          <dgm:shape xmlns:r="http://schemas.openxmlformats.org/officeDocument/2006/relationships" r:blip="">
            <dgm:adjLst/>
          </dgm:shape>
          <dgm:constrLst>
            <dgm:constr type="w" val="4.5"/>
          </dgm:constrLst>
          <dgm:presOf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8F83A-302B-D5C7-8388-31A7738B9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529D8-29D3-4EF8-AFE4-9B04C334D78A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593AB-C6A0-9A15-AB36-A73DC45ECA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A4FD5-91A7-B4C3-9946-947BB86E9A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E52CC-DD0F-44B3-B13D-E7228EEC80E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D257EEE-7A71-A801-1D30-27730853F4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CN"/>
              <a:t>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363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  <a:endParaRPr lang="zh-CN" altLang="en-US"/>
          </a:p>
          <a:p>
            <a:pPr lvl="1"/>
            <a:r>
              <a:rPr lang="en-US" altLang="zh-CN"/>
              <a:t>Second</a:t>
            </a:r>
            <a:r>
              <a:rPr lang="zh-CN" altLang="en-US"/>
              <a:t> </a:t>
            </a:r>
            <a:r>
              <a:rPr lang="en-US" altLang="zh-CN"/>
              <a:t>level</a:t>
            </a:r>
            <a:endParaRPr lang="zh-CN" altLang="en-US"/>
          </a:p>
          <a:p>
            <a:pPr lvl="2"/>
            <a:r>
              <a:rPr lang="en-US" altLang="zh-CN"/>
              <a:t>Third</a:t>
            </a:r>
            <a:r>
              <a:rPr lang="zh-CN" altLang="en-US"/>
              <a:t> </a:t>
            </a:r>
            <a:r>
              <a:rPr lang="en-US" altLang="zh-CN"/>
              <a:t>level</a:t>
            </a:r>
            <a:endParaRPr lang="zh-CN" altLang="en-US"/>
          </a:p>
          <a:p>
            <a:pPr lvl="3"/>
            <a:r>
              <a:rPr lang="en-US" altLang="zh-CN"/>
              <a:t>Fourth level</a:t>
            </a:r>
            <a:endParaRPr lang="zh-CN" altLang="en-US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D11F53F-2F00-3651-F337-81306AF8F1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F805B-254D-4FE1-8316-FEA92B4B8253}" type="datetimeFigureOut">
              <a:rPr lang="en-US" smtClean="0"/>
              <a:t>3/11/26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DABDA-89F0-4727-B28F-05A90B0069B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57317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DABDA-89F0-4727-B28F-05A90B0069B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195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DABDA-89F0-4727-B28F-05A90B0069B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100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DABDA-89F0-4727-B28F-05A90B0069B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837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DABDA-89F0-4727-B28F-05A90B0069B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3834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DABDA-89F0-4727-B28F-05A90B0069B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817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DABDA-89F0-4727-B28F-05A90B0069B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169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651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37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15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3/11/26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365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3/11/26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26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3/11/26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983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41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3/11/26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530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3/11/26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3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043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314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>
            <a:extLst>
              <a:ext uri="{FF2B5EF4-FFF2-40B4-BE49-F238E27FC236}">
                <a16:creationId xmlns:a16="http://schemas.microsoft.com/office/drawing/2014/main" id="{96624185-F7D1-FA60-1A95-7A114118D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73559" y="1"/>
            <a:ext cx="8318441" cy="402844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9658" y="285071"/>
            <a:ext cx="6470926" cy="3606209"/>
          </a:xfrm>
        </p:spPr>
        <p:txBody>
          <a:bodyPr lIns="0" tIns="0" rIns="0" bIns="0" anchor="b">
            <a:no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9658" y="4226560"/>
            <a:ext cx="6470926" cy="149352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Picture Placeholder 19" descr="One tall building modern style black and white.">
            <a:extLst>
              <a:ext uri="{FF2B5EF4-FFF2-40B4-BE49-F238E27FC236}">
                <a16:creationId xmlns:a16="http://schemas.microsoft.com/office/drawing/2014/main" id="{B5F970DC-4D95-E856-C011-166EE410B02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2"/>
            <a:ext cx="4671295" cy="6857999"/>
          </a:xfrm>
          <a:custGeom>
            <a:avLst/>
            <a:gdLst>
              <a:gd name="connsiteX0" fmla="*/ 0 w 4671295"/>
              <a:gd name="connsiteY0" fmla="*/ 6134100 h 6857999"/>
              <a:gd name="connsiteX1" fmla="*/ 574 w 4671295"/>
              <a:gd name="connsiteY1" fmla="*/ 6134100 h 6857999"/>
              <a:gd name="connsiteX2" fmla="*/ 574 w 4671295"/>
              <a:gd name="connsiteY2" fmla="*/ 6857999 h 6857999"/>
              <a:gd name="connsiteX3" fmla="*/ 0 w 4671295"/>
              <a:gd name="connsiteY3" fmla="*/ 6857999 h 6857999"/>
              <a:gd name="connsiteX4" fmla="*/ 575 w 4671295"/>
              <a:gd name="connsiteY4" fmla="*/ 1729318 h 6857999"/>
              <a:gd name="connsiteX5" fmla="*/ 575 w 4671295"/>
              <a:gd name="connsiteY5" fmla="*/ 3676654 h 6857999"/>
              <a:gd name="connsiteX6" fmla="*/ 767337 w 4671295"/>
              <a:gd name="connsiteY6" fmla="*/ 3676654 h 6857999"/>
              <a:gd name="connsiteX7" fmla="*/ 767337 w 4671295"/>
              <a:gd name="connsiteY7" fmla="*/ 1729318 h 6857999"/>
              <a:gd name="connsiteX8" fmla="*/ 574 w 4671295"/>
              <a:gd name="connsiteY8" fmla="*/ 0 h 6857999"/>
              <a:gd name="connsiteX9" fmla="*/ 4671295 w 4671295"/>
              <a:gd name="connsiteY9" fmla="*/ 0 h 6857999"/>
              <a:gd name="connsiteX10" fmla="*/ 4671295 w 4671295"/>
              <a:gd name="connsiteY10" fmla="*/ 6857999 h 6857999"/>
              <a:gd name="connsiteX11" fmla="*/ 2426216 w 4671295"/>
              <a:gd name="connsiteY11" fmla="*/ 6857999 h 6857999"/>
              <a:gd name="connsiteX12" fmla="*/ 2426216 w 4671295"/>
              <a:gd name="connsiteY12" fmla="*/ 6134100 h 6857999"/>
              <a:gd name="connsiteX13" fmla="*/ 574 w 4671295"/>
              <a:gd name="connsiteY13" fmla="*/ 61341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71295" h="6857999">
                <a:moveTo>
                  <a:pt x="0" y="6134100"/>
                </a:moveTo>
                <a:lnTo>
                  <a:pt x="574" y="6134100"/>
                </a:lnTo>
                <a:lnTo>
                  <a:pt x="574" y="6857999"/>
                </a:lnTo>
                <a:lnTo>
                  <a:pt x="0" y="6857999"/>
                </a:lnTo>
                <a:close/>
                <a:moveTo>
                  <a:pt x="575" y="1729318"/>
                </a:moveTo>
                <a:lnTo>
                  <a:pt x="575" y="3676654"/>
                </a:lnTo>
                <a:lnTo>
                  <a:pt x="767337" y="3676654"/>
                </a:lnTo>
                <a:lnTo>
                  <a:pt x="767337" y="1729318"/>
                </a:lnTo>
                <a:close/>
                <a:moveTo>
                  <a:pt x="574" y="0"/>
                </a:moveTo>
                <a:lnTo>
                  <a:pt x="4671295" y="0"/>
                </a:lnTo>
                <a:lnTo>
                  <a:pt x="4671295" y="6857999"/>
                </a:lnTo>
                <a:lnTo>
                  <a:pt x="2426216" y="6857999"/>
                </a:lnTo>
                <a:lnTo>
                  <a:pt x="2426216" y="6134100"/>
                </a:lnTo>
                <a:lnTo>
                  <a:pt x="574" y="61341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40ED42D-2092-EE19-1040-6CA890C1AA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59658" y="6089333"/>
            <a:ext cx="2116137" cy="292994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 baseline="0"/>
            </a:lvl1pPr>
          </a:lstStyle>
          <a:p>
            <a:pPr lvl="0"/>
            <a:r>
              <a:rPr lang="en-US" altLang="zh-CN"/>
              <a:t>Presenter Name</a:t>
            </a:r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E11187-86CB-6B4B-4F55-B8E4A0994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582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C8F2F8-2E90-744F-370E-A1F3349F9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018F5-6938-C956-A700-3FB7BD456C9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B0C64-77F2-ABAA-2AE0-EAC05A006C9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ABAF6-FA89-36E3-9418-68410C90775E}"/>
              </a:ext>
            </a:extLst>
          </p:cNvPr>
          <p:cNvSpPr>
            <a:spLocks noGrp="1"/>
          </p:cNvSpPr>
          <p:nvPr>
            <p:ph type="sldNum" sz="half" idx="20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1020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4B793B-FE1B-6285-CB8E-8986809C3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1595440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E8A8674-6A2C-78A3-885D-55C088B0698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775855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baseline="0"/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1" name="Text Placeholder 39">
            <a:extLst>
              <a:ext uri="{FF2B5EF4-FFF2-40B4-BE49-F238E27FC236}">
                <a16:creationId xmlns:a16="http://schemas.microsoft.com/office/drawing/2014/main" id="{E43A858A-91C9-3821-CE0E-B8560BABAA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9">
            <a:extLst>
              <a:ext uri="{FF2B5EF4-FFF2-40B4-BE49-F238E27FC236}">
                <a16:creationId xmlns:a16="http://schemas.microsoft.com/office/drawing/2014/main" id="{9CAF2C49-1346-8F16-115B-B7FF24FBBC2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9EF5B5-8530-E4D6-CF9A-48AD966AE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4290502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E3CF133-5941-82E8-E04A-DA0824EBD0E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471925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3" name="Text Placeholder 39">
            <a:extLst>
              <a:ext uri="{FF2B5EF4-FFF2-40B4-BE49-F238E27FC236}">
                <a16:creationId xmlns:a16="http://schemas.microsoft.com/office/drawing/2014/main" id="{45B3CBFA-E3D3-AC2E-B510-A3E509B0C78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9">
            <a:extLst>
              <a:ext uri="{FF2B5EF4-FFF2-40B4-BE49-F238E27FC236}">
                <a16:creationId xmlns:a16="http://schemas.microsoft.com/office/drawing/2014/main" id="{C4A03FA8-A059-D38F-9876-666DD0ECB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CA5883-1BC2-4117-EA02-EC8AD2250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6996186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E026FB72-13D2-A672-8054-B2DD723FDAF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177609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id="{7E338EE7-1C29-9EB1-7D4B-BE14FF1EF55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id="{1A88B820-9E83-5831-8899-B32462660AF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D94238-F4ED-1581-5C30-F99B2DD3B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9701870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A8172AFA-E7F1-B55A-76C1-51D31BBCF2D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883293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742CB665-6EEC-FF01-F8B6-BFDD82A1C9B1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A0C05F80-E7A7-974F-11AE-37CA12917E41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A92033DA-CD7B-15DF-86F6-0E2B9CC1B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42BBB4F4-DBE8-A871-F021-41C278F66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F3B934A-5E56-386C-D8A1-F89B47535235}"/>
              </a:ext>
            </a:extLst>
          </p:cNvPr>
          <p:cNvSpPr>
            <a:spLocks noGrp="1"/>
          </p:cNvSpPr>
          <p:nvPr>
            <p:ph type="dt" sz="half" idx="57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01DED24-163D-B65F-BE20-40E3E89BA187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4EC2C11-1B85-1A51-4D3C-613DDEF59E4C}"/>
              </a:ext>
            </a:extLst>
          </p:cNvPr>
          <p:cNvSpPr>
            <a:spLocks noGrp="1"/>
          </p:cNvSpPr>
          <p:nvPr>
            <p:ph type="sldNum" sz="half" idx="59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4394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7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10504000" cy="155448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16A84503-533D-0FB4-1FFF-F99D94985FC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81113" y="2814135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7AEEA39-69B3-E8AB-1B52-DEAF566D45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81113" y="3639663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5462FFAA-616F-1112-8D93-D1429CE2769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281113" y="4435367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F971441E-A861-BBA6-17CE-7CECD0DDCA6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281113" y="5256629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8B493041-6741-D46B-F909-CD7C00DEAE6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13666" y="2814135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0970355D-37C5-6F1A-64BF-E4B95748BBF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913666" y="3639663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BEFE0484-B67E-9C46-955E-345C74277C5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913666" y="4435367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C2017B91-2EEB-9FBA-8E16-2096C92E2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623300" y="6526800"/>
            <a:ext cx="3568700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17">
            <a:extLst>
              <a:ext uri="{FF2B5EF4-FFF2-40B4-BE49-F238E27FC236}">
                <a16:creationId xmlns:a16="http://schemas.microsoft.com/office/drawing/2014/main" id="{4287DD1D-8A12-5CFA-F182-60F767DC3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411429CA-5A33-DA3D-D3DB-C42D85B10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Isosceles Triangle 3">
            <a:extLst>
              <a:ext uri="{FF2B5EF4-FFF2-40B4-BE49-F238E27FC236}">
                <a16:creationId xmlns:a16="http://schemas.microsoft.com/office/drawing/2014/main" id="{2ABE2A89-7B53-F3AA-992C-F5FDFD47C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308415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Isosceles Triangle 4">
            <a:extLst>
              <a:ext uri="{FF2B5EF4-FFF2-40B4-BE49-F238E27FC236}">
                <a16:creationId xmlns:a16="http://schemas.microsoft.com/office/drawing/2014/main" id="{DB265DE7-BDB8-455C-68D7-DD6255357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3898663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Isosceles Triangle 5">
            <a:extLst>
              <a:ext uri="{FF2B5EF4-FFF2-40B4-BE49-F238E27FC236}">
                <a16:creationId xmlns:a16="http://schemas.microsoft.com/office/drawing/2014/main" id="{CD5BD527-816C-E329-0634-ECEF4B25E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4713176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Isosceles Triangle 3">
            <a:extLst>
              <a:ext uri="{FF2B5EF4-FFF2-40B4-BE49-F238E27FC236}">
                <a16:creationId xmlns:a16="http://schemas.microsoft.com/office/drawing/2014/main" id="{3068113E-4A0A-6AB4-BD3C-E1CF8F282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552697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Isosceles Triangle 6">
            <a:extLst>
              <a:ext uri="{FF2B5EF4-FFF2-40B4-BE49-F238E27FC236}">
                <a16:creationId xmlns:a16="http://schemas.microsoft.com/office/drawing/2014/main" id="{1CD9FE95-F8A6-B6DC-2180-731FDE49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6456152" y="308415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15" name="Isosceles Triangle 7">
            <a:extLst>
              <a:ext uri="{FF2B5EF4-FFF2-40B4-BE49-F238E27FC236}">
                <a16:creationId xmlns:a16="http://schemas.microsoft.com/office/drawing/2014/main" id="{F7B347C0-3F8F-587A-5A99-49B850801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6456152" y="3898663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16" name="Isosceles Triangle 8">
            <a:extLst>
              <a:ext uri="{FF2B5EF4-FFF2-40B4-BE49-F238E27FC236}">
                <a16:creationId xmlns:a16="http://schemas.microsoft.com/office/drawing/2014/main" id="{A37BF549-9163-2374-1589-671786ABE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6456152" y="4713176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F8C89-724F-1AA2-DD4D-120028E9FCF0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103CE0-A0DB-C346-564E-677B30F2592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94BF1-FB89-1D4C-1F84-13E57A1418A0}"/>
              </a:ext>
            </a:extLst>
          </p:cNvPr>
          <p:cNvSpPr>
            <a:spLocks noGrp="1"/>
          </p:cNvSpPr>
          <p:nvPr>
            <p:ph type="sldNum" sz="half" idx="3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08432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4105B0D-67F2-9812-52C4-70EF88F9F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6" y="436418"/>
            <a:ext cx="5896338" cy="4512397"/>
          </a:xfrm>
        </p:spPr>
        <p:txBody>
          <a:bodyPr lIns="0" tIns="0" rIns="0" bIns="0">
            <a:noAutofit/>
          </a:bodyPr>
          <a:lstStyle>
            <a:lvl1pPr>
              <a:defRPr sz="6000" b="0" baseline="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14507-3B87-3C37-7F16-5679671A06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225" y="5152864"/>
            <a:ext cx="5889827" cy="126871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</a:t>
            </a:r>
            <a:r>
              <a:rPr lang="zh-CN" altLang="en-US"/>
              <a:t> </a:t>
            </a:r>
            <a:r>
              <a:rPr lang="en-US" altLang="zh-CN"/>
              <a:t>to edit Master subtitle style</a:t>
            </a:r>
            <a:endParaRPr lang="zh-CN" altLang="en-US"/>
          </a:p>
        </p:txBody>
      </p:sp>
      <p:sp>
        <p:nvSpPr>
          <p:cNvPr id="7" name="Picture Placeholder 6" descr="Closeup on person wearing glasses.">
            <a:extLst>
              <a:ext uri="{FF2B5EF4-FFF2-40B4-BE49-F238E27FC236}">
                <a16:creationId xmlns:a16="http://schemas.microsoft.com/office/drawing/2014/main" id="{0C52EA65-FC43-25C0-960D-AB8027D242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83862" y="669510"/>
            <a:ext cx="3902491" cy="3902491"/>
          </a:xfrm>
          <a:custGeom>
            <a:avLst/>
            <a:gdLst>
              <a:gd name="connsiteX0" fmla="*/ 1951245 w 3902491"/>
              <a:gd name="connsiteY0" fmla="*/ 0 h 3902491"/>
              <a:gd name="connsiteX1" fmla="*/ 3902491 w 3902491"/>
              <a:gd name="connsiteY1" fmla="*/ 1951246 h 3902491"/>
              <a:gd name="connsiteX2" fmla="*/ 1951246 w 3902491"/>
              <a:gd name="connsiteY2" fmla="*/ 3902491 h 3902491"/>
              <a:gd name="connsiteX3" fmla="*/ 1951245 w 3902491"/>
              <a:gd name="connsiteY3" fmla="*/ 3902491 h 3902491"/>
              <a:gd name="connsiteX4" fmla="*/ 0 w 3902491"/>
              <a:gd name="connsiteY4" fmla="*/ 1951246 h 390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2491" h="3902491">
                <a:moveTo>
                  <a:pt x="1951245" y="0"/>
                </a:moveTo>
                <a:lnTo>
                  <a:pt x="3902491" y="1951246"/>
                </a:lnTo>
                <a:lnTo>
                  <a:pt x="1951246" y="3902491"/>
                </a:lnTo>
                <a:lnTo>
                  <a:pt x="1951245" y="3902491"/>
                </a:lnTo>
                <a:lnTo>
                  <a:pt x="0" y="1951246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Picture Placeholder 12" descr="One person clapping and smiling.">
            <a:extLst>
              <a:ext uri="{FF2B5EF4-FFF2-40B4-BE49-F238E27FC236}">
                <a16:creationId xmlns:a16="http://schemas.microsoft.com/office/drawing/2014/main" id="{60D97465-0A08-3AAC-3DDD-E6A85BBB65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052312" y="2833425"/>
            <a:ext cx="3139688" cy="3872174"/>
          </a:xfrm>
          <a:custGeom>
            <a:avLst/>
            <a:gdLst>
              <a:gd name="connsiteX0" fmla="*/ 1948799 w 3139688"/>
              <a:gd name="connsiteY0" fmla="*/ 0 h 3872174"/>
              <a:gd name="connsiteX1" fmla="*/ 3139688 w 3139688"/>
              <a:gd name="connsiteY1" fmla="*/ 1190889 h 3872174"/>
              <a:gd name="connsiteX2" fmla="*/ 3139688 w 3139688"/>
              <a:gd name="connsiteY2" fmla="*/ 2706710 h 3872174"/>
              <a:gd name="connsiteX3" fmla="*/ 1974223 w 3139688"/>
              <a:gd name="connsiteY3" fmla="*/ 3872174 h 3872174"/>
              <a:gd name="connsiteX4" fmla="*/ 1923375 w 3139688"/>
              <a:gd name="connsiteY4" fmla="*/ 3872174 h 3872174"/>
              <a:gd name="connsiteX5" fmla="*/ 0 w 3139688"/>
              <a:gd name="connsiteY5" fmla="*/ 1948799 h 387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9688" h="3872174">
                <a:moveTo>
                  <a:pt x="1948799" y="0"/>
                </a:moveTo>
                <a:lnTo>
                  <a:pt x="3139688" y="1190889"/>
                </a:lnTo>
                <a:lnTo>
                  <a:pt x="3139688" y="2706710"/>
                </a:lnTo>
                <a:lnTo>
                  <a:pt x="1974223" y="3872174"/>
                </a:lnTo>
                <a:lnTo>
                  <a:pt x="1923375" y="3872174"/>
                </a:lnTo>
                <a:lnTo>
                  <a:pt x="0" y="1948799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5BD3FE9-403D-4D43-E51A-2A3EE4F13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616950" y="0"/>
            <a:ext cx="3575051" cy="3612361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5" name="Isosceles Triangle 3">
            <a:extLst>
              <a:ext uri="{FF2B5EF4-FFF2-40B4-BE49-F238E27FC236}">
                <a16:creationId xmlns:a16="http://schemas.microsoft.com/office/drawing/2014/main" id="{10D3FB60-F35E-34D2-31A5-29537BF7C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7640892" y="3816350"/>
            <a:ext cx="3040598" cy="3041650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CC41857-42BF-61F4-ABBF-1DC106908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1297484" y="5963483"/>
            <a:ext cx="889873" cy="899160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EED29B-54CB-26C0-4359-253529495A3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0C3D6A-66EC-B96A-272D-8E814CAB564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1D61EB-A3CA-532A-94CE-BFB5EF2525A9}"/>
              </a:ext>
            </a:extLst>
          </p:cNvPr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52765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241267" cy="1928214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AB1ED0A0-002B-4573-E3EC-257C72B4218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7442" y="831919"/>
            <a:ext cx="394988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A1FBFB35-D32F-1F82-020A-29E90D232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723F0D57-3F85-E12F-FF1C-ECD9B9505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EF127F55-1BB6-F04A-2011-F477F67E3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2FCA6-90E6-645C-83C5-2EA901E46D9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CF45059-914B-98BC-CE32-21B994C11C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5144FF3-8F41-EA3B-3334-EAA4DFDC11B2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86328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AE29EB26-1D80-20C5-521F-E816F9C9679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20968" y="2134688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9" name="Text Placeholder 39">
            <a:extLst>
              <a:ext uri="{FF2B5EF4-FFF2-40B4-BE49-F238E27FC236}">
                <a16:creationId xmlns:a16="http://schemas.microsoft.com/office/drawing/2014/main" id="{0E9DDE4F-FFF8-270B-2AF8-4EC025D6150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290761" y="2128094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9">
            <a:extLst>
              <a:ext uri="{FF2B5EF4-FFF2-40B4-BE49-F238E27FC236}">
                <a16:creationId xmlns:a16="http://schemas.microsoft.com/office/drawing/2014/main" id="{B7605656-D055-D758-29DD-8EEAE0DBF85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290762" y="2832099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16A975E9-F3A8-3D0E-CA59-63ACCEAEB30A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20968" y="398172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53901006-BB12-378A-0E11-21C57A45C82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290761" y="3830353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59F329F9-BEC3-EA24-8A49-5C9160DC33D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290762" y="4533817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5B925B15-F568-36DC-22ED-211CB7AD63D7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195673" y="2134688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E6FF9244-D21F-466A-AE16-1348C9E56C2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872639" y="2128094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51DFE450-9F68-CCC7-3C92-0EEC176481F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872639" y="2832099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DCBEA689-8F12-3902-D23F-87070631610F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195673" y="398172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C730C6EB-298D-AB23-9E13-FD3F3E5BD19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72639" y="3830353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F0B296A3-8D64-798F-327D-A86480FF9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72639" y="4533817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028A1A0-2083-B54D-21DA-8A3C0A17B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BE6104D1-FC74-C850-B56F-797E7DAD6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E9208E-6287-EB50-1A42-5A2F6EAA68D5}"/>
              </a:ext>
            </a:extLst>
          </p:cNvPr>
          <p:cNvSpPr>
            <a:spLocks noGrp="1"/>
          </p:cNvSpPr>
          <p:nvPr>
            <p:ph type="dt" sz="half" idx="43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64913F-C760-8FE0-0D76-379AC2F0C8D4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18C8A2-ADD2-4C06-7ADC-C57099693486}"/>
              </a:ext>
            </a:extLst>
          </p:cNvPr>
          <p:cNvSpPr>
            <a:spLocks noGrp="1"/>
          </p:cNvSpPr>
          <p:nvPr>
            <p:ph type="sldNum" sz="half" idx="45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13563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9">
            <a:extLst>
              <a:ext uri="{FF2B5EF4-FFF2-40B4-BE49-F238E27FC236}">
                <a16:creationId xmlns:a16="http://schemas.microsoft.com/office/drawing/2014/main" id="{C0705400-8797-96C0-007D-F6D3A9A85C5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738206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9531C913-70DD-3215-0F30-4EC72ADAFA1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38206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09D48B16-D0CB-3DE5-2524-73B26CFE58F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738206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FAE2A8CB-2F17-4170-22CC-EDE7625EBC4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738206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6AC7076C-4899-3FD5-5BAF-D4FBDDBA1E5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11651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6E536C42-E1E8-7DD0-3D83-A2212A0E75E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11651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27CF429B-C32F-6A7F-DEB3-3C9A12CD2B1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511651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56480702-AFBE-139B-E02B-E50B5F6B75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11651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D4888504-5BF2-3499-7E28-49F0F0EC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283C4DB0-1484-674B-C4BF-ED0DEABCD8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4C1AF10-A183-01BB-6115-A12D3DDA7CB0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55107F5-0C95-C95E-3DE4-4F082C58CB0A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9E57D62-91BE-1391-42C8-DCAE0350D2ED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94601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4" cy="1928791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CE785EFA-A20E-34BD-1F43-41D7176564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87C69A9E-7322-5194-13E2-93C7D70025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8AB53FE1-7680-2C8E-70CF-D674972D3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881753D4-DE4C-EA13-0F9D-BA9831626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59D4343-C33B-90EB-3F21-D8973A0B13F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B40BBD0-0F9D-182F-0831-B7C7987E4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9CAE5C7-3235-E1AC-C62B-F1DDE914BB46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48584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319B232D-8F6E-1282-F2BE-AC9C8976C9D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738206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7DB1CE43-E037-6401-247E-159B332FDA7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38206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A3416213-919E-24DE-C365-90D9085D51A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738206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id="{139F76CB-5B02-9D2E-B7BB-62399D7F80C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738206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9">
            <a:extLst>
              <a:ext uri="{FF2B5EF4-FFF2-40B4-BE49-F238E27FC236}">
                <a16:creationId xmlns:a16="http://schemas.microsoft.com/office/drawing/2014/main" id="{BFC9DB09-A4A3-9B58-9355-880BA59E439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11651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9">
            <a:extLst>
              <a:ext uri="{FF2B5EF4-FFF2-40B4-BE49-F238E27FC236}">
                <a16:creationId xmlns:a16="http://schemas.microsoft.com/office/drawing/2014/main" id="{DBC76A77-0ECD-CA22-8A1B-0ECF9125022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11651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39">
            <a:extLst>
              <a:ext uri="{FF2B5EF4-FFF2-40B4-BE49-F238E27FC236}">
                <a16:creationId xmlns:a16="http://schemas.microsoft.com/office/drawing/2014/main" id="{F71E9DB5-D843-6B3D-3BAD-E7651125220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511651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9">
            <a:extLst>
              <a:ext uri="{FF2B5EF4-FFF2-40B4-BE49-F238E27FC236}">
                <a16:creationId xmlns:a16="http://schemas.microsoft.com/office/drawing/2014/main" id="{5C248BAC-71B5-BF85-E009-33F354AFB7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11651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22796B0F-CCA7-8447-3212-CDB33348D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8CB90B01-ED01-B0C9-CDE6-0C720EA5C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B7B6323-AA62-9AB3-4E58-A7F096374EF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EC33A8-AAF2-4445-4A95-1EC9F0A7C26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60A5821-03CF-FAB3-E0F8-31E7C6A711DC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84043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4D8384FB-9607-5904-4E6F-CCB737C494A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4001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2A7E139E-B9AB-0392-39EE-28A09E8444C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1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B0BDC9B8-24A7-44AD-8495-182E8B1655B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44000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DC206A83-4739-D487-A6BA-35D4426E6E0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4001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66359170-FD79-CAFA-9916-E21A3A92BD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306882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5C1430FC-B6F3-9BC9-30B5-FAFD54616A1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06883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4F44D502-6308-A795-D6C1-3DB60669026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06882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D1910BB6-7EA9-DDE1-58D5-0201986AB1F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06883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C4B8DBED-31AE-D37E-5455-E86F35901D5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93484" y="2457906"/>
            <a:ext cx="3171870" cy="3713149"/>
          </a:xfrm>
          <a:custGeom>
            <a:avLst/>
            <a:gdLst>
              <a:gd name="connsiteX0" fmla="*/ 0 w 3171870"/>
              <a:gd name="connsiteY0" fmla="*/ 0 h 3713149"/>
              <a:gd name="connsiteX1" fmla="*/ 3171870 w 3171870"/>
              <a:gd name="connsiteY1" fmla="*/ 0 h 3713149"/>
              <a:gd name="connsiteX2" fmla="*/ 3171870 w 3171870"/>
              <a:gd name="connsiteY2" fmla="*/ 3713149 h 3713149"/>
              <a:gd name="connsiteX3" fmla="*/ 0 w 3171870"/>
              <a:gd name="connsiteY3" fmla="*/ 3713149 h 371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1870" h="3713149">
                <a:moveTo>
                  <a:pt x="0" y="0"/>
                </a:moveTo>
                <a:lnTo>
                  <a:pt x="3171870" y="0"/>
                </a:lnTo>
                <a:lnTo>
                  <a:pt x="3171870" y="3713149"/>
                </a:lnTo>
                <a:lnTo>
                  <a:pt x="0" y="37131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D8EE05DE-F7F2-F99C-AAED-46EA83619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73664"/>
            <a:ext cx="844000" cy="684336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3F2A5A-610C-B2F7-6100-A84ADD610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Freeform 17">
            <a:extLst>
              <a:ext uri="{FF2B5EF4-FFF2-40B4-BE49-F238E27FC236}">
                <a16:creationId xmlns:a16="http://schemas.microsoft.com/office/drawing/2014/main" id="{E5334CDE-7D24-0D75-BE29-F8A0AD5AB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83E748E-2A62-5A6A-8869-6121839191C1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0CBC7B-4E6B-1FC2-2AE1-99E5AB5F3009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94B536-ABE4-6709-EBB8-2B1714895A77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69131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lIns="0" tIns="0" rIns="0" bIns="0" anchor="ctr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831918"/>
            <a:ext cx="6843732" cy="5194161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00B57D9C-D3CB-6F60-3C0D-F86F2CA43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29B5B1B9-F2C2-0F1F-6AEF-2EA9DAC91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CB0D2-1D8F-C04A-2E14-CAC12A0BB2A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9D95A-623C-662D-B8D6-C1FB0490506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DB802-9AEC-2C86-BFAB-9C94E5986B98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68565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7950" y="534677"/>
            <a:ext cx="6896100" cy="3884923"/>
          </a:xfrm>
        </p:spPr>
        <p:txBody>
          <a:bodyPr lIns="0" tIns="0" rIns="0" bIns="0" anchor="b">
            <a:noAutofit/>
          </a:bodyPr>
          <a:lstStyle>
            <a:lvl1pPr algn="ctr">
              <a:defRPr sz="5400" b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7950" y="4660900"/>
            <a:ext cx="6896100" cy="1315008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Isosceles Triangle 3">
            <a:extLst>
              <a:ext uri="{FF2B5EF4-FFF2-40B4-BE49-F238E27FC236}">
                <a16:creationId xmlns:a16="http://schemas.microsoft.com/office/drawing/2014/main" id="{73C6A8A3-9676-1270-FE11-AFA86441A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0" y="3199135"/>
            <a:ext cx="3657600" cy="3658865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8C2484B-7B39-764B-EB05-85CE011F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6165" y="5670366"/>
            <a:ext cx="1181469" cy="1193799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FF2AAFB-B709-A48B-6919-72E9012D8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5300" y="-15304"/>
            <a:ext cx="2932731" cy="2963336"/>
          </a:xfrm>
          <a:custGeom>
            <a:avLst/>
            <a:gdLst>
              <a:gd name="connsiteX0" fmla="*/ 0 w 1577827"/>
              <a:gd name="connsiteY0" fmla="*/ 1594293 h 1594293"/>
              <a:gd name="connsiteX1" fmla="*/ 1577827 w 1577827"/>
              <a:gd name="connsiteY1" fmla="*/ 1594293 h 1594293"/>
              <a:gd name="connsiteX2" fmla="*/ 1577827 w 1577827"/>
              <a:gd name="connsiteY2" fmla="*/ 0 h 159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7827" h="1594293">
                <a:moveTo>
                  <a:pt x="0" y="1594293"/>
                </a:moveTo>
                <a:lnTo>
                  <a:pt x="1577827" y="1594293"/>
                </a:lnTo>
                <a:lnTo>
                  <a:pt x="157782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3269C-34B7-8793-B989-2AC815E50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BAD6F-AF49-D89A-DB03-EAC0CD069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02BA7-4544-93C7-B907-D369FB7AD7B9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41967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C46EA94-6AFD-72DE-4BC0-9B723FFBD8A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2233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7" name="Text Placeholder 39">
            <a:extLst>
              <a:ext uri="{FF2B5EF4-FFF2-40B4-BE49-F238E27FC236}">
                <a16:creationId xmlns:a16="http://schemas.microsoft.com/office/drawing/2014/main" id="{A243729E-794B-F3FC-2EE5-6E811EB575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9">
            <a:extLst>
              <a:ext uri="{FF2B5EF4-FFF2-40B4-BE49-F238E27FC236}">
                <a16:creationId xmlns:a16="http://schemas.microsoft.com/office/drawing/2014/main" id="{E79D7EF1-E60A-43E0-B921-D0AC0A0F2A6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83CF7262-358F-3843-FE94-E35896348E1E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017396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9" name="Text Placeholder 39">
            <a:extLst>
              <a:ext uri="{FF2B5EF4-FFF2-40B4-BE49-F238E27FC236}">
                <a16:creationId xmlns:a16="http://schemas.microsoft.com/office/drawing/2014/main" id="{6A6BDC5C-C94C-D669-C0A1-8046D94C9CE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9">
            <a:extLst>
              <a:ext uri="{FF2B5EF4-FFF2-40B4-BE49-F238E27FC236}">
                <a16:creationId xmlns:a16="http://schemas.microsoft.com/office/drawing/2014/main" id="{EFBB2384-D5C2-76A5-54F8-D4975868185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74F0AB46-B8F3-5FE8-7859-342D82B051D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723080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3FA7B3C5-2D24-52CE-FBFE-C6EAACA41E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F8BBF672-0284-927B-49F1-92414840843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5E473B2D-D5FC-0231-ACED-3B5D76DC20EF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42876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F177614F-87ED-3516-10DB-3039AA6BC77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356691A8-4174-1932-EDAA-397B596ED22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AC714B0-0DDB-95CC-7C6E-830ED5777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92000" y="595800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6D6EDCD4-6F29-8A2D-6FBA-DEC8CC671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C36B4D5-453F-A6E6-2385-5EAAF52C7FCC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F55EF6-623E-84A9-8176-644E1FF87D13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123EF00-8E89-3E0C-8654-5AFF3E936BA8}"/>
              </a:ext>
            </a:extLst>
          </p:cNvPr>
          <p:cNvSpPr>
            <a:spLocks noGrp="1"/>
          </p:cNvSpPr>
          <p:nvPr>
            <p:ph type="sldNum" sz="half" idx="5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61446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,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F414D2FC-8DED-1ACF-508C-2A0A9787B32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405952" y="2154648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DFE930CB-82E2-EBCE-A8BD-BDC03B8F12A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05954" y="2874105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id="{45AEDC33-87C5-CE28-FB7A-01BDD70379F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405954" y="4326807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9">
            <a:extLst>
              <a:ext uri="{FF2B5EF4-FFF2-40B4-BE49-F238E27FC236}">
                <a16:creationId xmlns:a16="http://schemas.microsoft.com/office/drawing/2014/main" id="{8F56F372-7735-E287-9377-D1E529646F5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405954" y="5046264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ABFA4713-481D-49E5-E182-F16C38EAC7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855395" y="2154648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99D20002-2810-EE61-409A-623B7852683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855395" y="2874105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DD21710-02F7-733A-65EB-77E95DB1EAB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855393" y="4443647"/>
            <a:ext cx="3930649" cy="1778549"/>
          </a:xfrm>
          <a:custGeom>
            <a:avLst/>
            <a:gdLst>
              <a:gd name="connsiteX0" fmla="*/ 0 w 3930649"/>
              <a:gd name="connsiteY0" fmla="*/ 0 h 1778549"/>
              <a:gd name="connsiteX1" fmla="*/ 3930649 w 3930649"/>
              <a:gd name="connsiteY1" fmla="*/ 0 h 1778549"/>
              <a:gd name="connsiteX2" fmla="*/ 3930649 w 3930649"/>
              <a:gd name="connsiteY2" fmla="*/ 1778549 h 1778549"/>
              <a:gd name="connsiteX3" fmla="*/ 0 w 3930649"/>
              <a:gd name="connsiteY3" fmla="*/ 1778549 h 177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0649" h="1778549">
                <a:moveTo>
                  <a:pt x="0" y="0"/>
                </a:moveTo>
                <a:lnTo>
                  <a:pt x="3930649" y="0"/>
                </a:lnTo>
                <a:lnTo>
                  <a:pt x="3930649" y="1778549"/>
                </a:lnTo>
                <a:lnTo>
                  <a:pt x="0" y="17785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6D6EDCD4-6F29-8A2D-6FBA-DEC8CC671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5800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AC714B0-0DDB-95CC-7C6E-830ED5777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92000" y="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F49EAC9-AC82-F9DD-E2C4-B40F4877BEE8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3E71126-375B-BBFF-8783-D41C61864E2B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31CDE54-93FD-1D9C-35AF-6DE8ED74719A}"/>
              </a:ext>
            </a:extLst>
          </p:cNvPr>
          <p:cNvSpPr>
            <a:spLocks noGrp="1"/>
          </p:cNvSpPr>
          <p:nvPr>
            <p:ph type="sldNum" sz="half" idx="40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74614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927933"/>
            <a:ext cx="10504000" cy="1135871"/>
          </a:xfrm>
        </p:spPr>
        <p:txBody>
          <a:bodyPr lIns="0" tIns="0" rIns="0" bIns="0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16">
            <a:extLst>
              <a:ext uri="{FF2B5EF4-FFF2-40B4-BE49-F238E27FC236}">
                <a16:creationId xmlns:a16="http://schemas.microsoft.com/office/drawing/2014/main" id="{D4F14BC3-176C-CDF0-C810-02FE93F4EAEA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44000" y="3269675"/>
            <a:ext cx="10504000" cy="2225963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100"/>
            </a:lvl3pPr>
            <a:lvl4pPr marL="1371600" indent="0" algn="l">
              <a:buNone/>
              <a:defRPr sz="1050"/>
            </a:lvl4pPr>
            <a:lvl5pPr marL="1828800" indent="0" algn="l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DEE9CD0-B455-1E74-A596-42C0F0DC9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997C5841-2433-4CFD-F83F-66F812677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7">
            <a:extLst>
              <a:ext uri="{FF2B5EF4-FFF2-40B4-BE49-F238E27FC236}">
                <a16:creationId xmlns:a16="http://schemas.microsoft.com/office/drawing/2014/main" id="{D005AF67-A3F8-DF0E-32A3-C7E02927F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77A5F-52D4-84EF-29A7-B01CA17B3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FFE13-EE87-DB0E-8151-61B9909D1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F95BB-898C-AAE1-9E7A-961BB037A01F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69339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9">
            <a:extLst>
              <a:ext uri="{FF2B5EF4-FFF2-40B4-BE49-F238E27FC236}">
                <a16:creationId xmlns:a16="http://schemas.microsoft.com/office/drawing/2014/main" id="{0CDB7728-FEF6-A8C0-F28F-5A2A5044E62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4001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9">
            <a:extLst>
              <a:ext uri="{FF2B5EF4-FFF2-40B4-BE49-F238E27FC236}">
                <a16:creationId xmlns:a16="http://schemas.microsoft.com/office/drawing/2014/main" id="{49EE54AB-450B-722E-CF2E-43CD14D8805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1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9">
            <a:extLst>
              <a:ext uri="{FF2B5EF4-FFF2-40B4-BE49-F238E27FC236}">
                <a16:creationId xmlns:a16="http://schemas.microsoft.com/office/drawing/2014/main" id="{E63A3898-F5B7-2B81-0A78-86E32E87971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44000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id="{BD7576FA-6EF0-5AA4-B90A-63BF2165D96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4001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id="{C323A180-A98F-AC1A-DCC2-E759F845925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306882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2E36B47F-54DF-FD45-C142-8BDBF1EA313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06883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A0B55E9E-7E9A-93B7-43B9-7B34C2532CB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06882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8E7E6D19-929F-FDF7-959E-32298D8173A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06883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CFBF3E1B-B374-E67A-B307-E7808463B10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93484" y="2457906"/>
            <a:ext cx="3171870" cy="3713149"/>
          </a:xfrm>
          <a:custGeom>
            <a:avLst/>
            <a:gdLst>
              <a:gd name="connsiteX0" fmla="*/ 0 w 3171870"/>
              <a:gd name="connsiteY0" fmla="*/ 0 h 3713149"/>
              <a:gd name="connsiteX1" fmla="*/ 3171870 w 3171870"/>
              <a:gd name="connsiteY1" fmla="*/ 0 h 3713149"/>
              <a:gd name="connsiteX2" fmla="*/ 3171870 w 3171870"/>
              <a:gd name="connsiteY2" fmla="*/ 3713149 h 3713149"/>
              <a:gd name="connsiteX3" fmla="*/ 0 w 3171870"/>
              <a:gd name="connsiteY3" fmla="*/ 3713149 h 371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1870" h="3713149">
                <a:moveTo>
                  <a:pt x="0" y="0"/>
                </a:moveTo>
                <a:lnTo>
                  <a:pt x="3171870" y="0"/>
                </a:lnTo>
                <a:lnTo>
                  <a:pt x="3171870" y="3713149"/>
                </a:lnTo>
                <a:lnTo>
                  <a:pt x="0" y="37131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6DDC3130-A3C3-7AE6-BC41-5676558A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09B643E-CE5D-1852-BB2C-C13807CF7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6C9DB915-08DF-0AC5-9A2A-F401116E0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9D6E9F3-F603-7F3B-A0F8-9EECCC65B573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3F5DB2C-485D-D8D2-8C1F-E4EA8040EE7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55A11E9E-D44F-E555-A2BB-14D6FE777822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24633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4376F32-4FB3-093D-D835-4F9E3EF0295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2233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id="{05A2EEB6-D088-5DC9-20BF-BFB26FA5A5A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id="{C4EE7C5F-791A-45FB-8A87-0764EC0F7EA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F278EE-C4BD-3786-017F-D093EE2465E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017396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E907BA94-FBBF-0166-CAA4-81B432510CA3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41B9B884-D83C-E348-9F47-95210A1C58E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66D4AC7-BBFA-F617-DD11-9E649A104652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723080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AD702C90-A059-E7DB-144B-1C0F8614AF9B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ED5D17F8-5B75-5980-3CDC-4B800A1D114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5520C32-89CC-39E4-5415-855B48F4B675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42876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id="{64E5BA67-245A-910F-EAEA-9B164985426F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51F6A6FF-8374-DF50-94EF-3C86220F10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677315A8-46EF-5456-554B-CFD019DDB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265D351-7CFF-ACCB-1499-5251773F349C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C49C9E8-1A47-560D-4929-E524B64445A3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243AEA6-B1A4-1C35-904B-AE7DA7C24494}"/>
              </a:ext>
            </a:extLst>
          </p:cNvPr>
          <p:cNvSpPr>
            <a:spLocks noGrp="1"/>
          </p:cNvSpPr>
          <p:nvPr>
            <p:ph type="sldNum" sz="half" idx="5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38F4515C-99B9-2D48-1FDB-724091897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</p:spTree>
    <p:extLst>
      <p:ext uri="{BB962C8B-B14F-4D97-AF65-F5344CB8AC3E}">
        <p14:creationId xmlns:p14="http://schemas.microsoft.com/office/powerpoint/2010/main" val="37708153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6104E6-797D-DE61-EBFD-7BF0502B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25622"/>
            <a:ext cx="5906997" cy="192879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B0D848ED-ED73-86A8-A1FA-AF09CBE78399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44001" y="2868150"/>
            <a:ext cx="5906996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47007C7-5340-21AB-9C7D-DEAEEEC51F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id="{13CA70C1-F619-4E37-711E-3B0AD7A76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7">
            <a:extLst>
              <a:ext uri="{FF2B5EF4-FFF2-40B4-BE49-F238E27FC236}">
                <a16:creationId xmlns:a16="http://schemas.microsoft.com/office/drawing/2014/main" id="{AFD330A2-1BB8-0E4E-4029-7943C275F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2CA1D929-364A-512C-A838-1E811BAAA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39E46-5D7F-72A4-2992-9ED1BC2734D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21D8C09-15AC-F77D-CB44-460449C518AA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9DACD80-A888-AB57-3EB1-6A05051158F8}"/>
              </a:ext>
            </a:extLst>
          </p:cNvPr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37220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EC883F5-7BE7-D1A3-93C9-9C475A2CB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582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4F1FF0-4427-86A3-4D78-0F719ED7F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601B0E6-3C72-DA7C-AABE-BEB976EAD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3800" y="0"/>
            <a:ext cx="7188200" cy="6858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B22DC1AD-104F-B2A9-0D6E-AADE2D550A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31476" y="1153634"/>
            <a:ext cx="5184248" cy="455073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100000"/>
              </a:lnSpc>
              <a:defRPr sz="6000" b="0" baseline="0">
                <a:solidFill>
                  <a:schemeClr val="tx1"/>
                </a:solidFill>
              </a:defRPr>
            </a:lvl1pPr>
          </a:lstStyle>
          <a:p>
            <a:r>
              <a:rPr lang="en-US" altLang="zh-CN" sz="7200"/>
              <a:t>CLICK TO EDIT MASTER TITLE STYLE</a:t>
            </a:r>
            <a:endParaRPr lang="zh-CN" alt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F6A65A1-92CE-EE19-EEE3-1696F336C7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6256866" cy="6858000"/>
          </a:xfrm>
          <a:custGeom>
            <a:avLst/>
            <a:gdLst>
              <a:gd name="connsiteX0" fmla="*/ 0 w 6256866"/>
              <a:gd name="connsiteY0" fmla="*/ 0 h 6858000"/>
              <a:gd name="connsiteX1" fmla="*/ 5130265 w 6256866"/>
              <a:gd name="connsiteY1" fmla="*/ 0 h 6858000"/>
              <a:gd name="connsiteX2" fmla="*/ 5130265 w 6256866"/>
              <a:gd name="connsiteY2" fmla="*/ 3276600 h 6858000"/>
              <a:gd name="connsiteX3" fmla="*/ 6256866 w 6256866"/>
              <a:gd name="connsiteY3" fmla="*/ 3276600 h 6858000"/>
              <a:gd name="connsiteX4" fmla="*/ 6256866 w 6256866"/>
              <a:gd name="connsiteY4" fmla="*/ 4139648 h 6858000"/>
              <a:gd name="connsiteX5" fmla="*/ 5130265 w 6256866"/>
              <a:gd name="connsiteY5" fmla="*/ 4139648 h 6858000"/>
              <a:gd name="connsiteX6" fmla="*/ 5130265 w 6256866"/>
              <a:gd name="connsiteY6" fmla="*/ 6858000 h 6858000"/>
              <a:gd name="connsiteX7" fmla="*/ 2433320 w 6256866"/>
              <a:gd name="connsiteY7" fmla="*/ 6858000 h 6858000"/>
              <a:gd name="connsiteX8" fmla="*/ 2433320 w 6256866"/>
              <a:gd name="connsiteY8" fmla="*/ 6116320 h 6858000"/>
              <a:gd name="connsiteX9" fmla="*/ 0 w 6256866"/>
              <a:gd name="connsiteY9" fmla="*/ 6116320 h 6858000"/>
              <a:gd name="connsiteX10" fmla="*/ 0 w 6256866"/>
              <a:gd name="connsiteY10" fmla="*/ 3708400 h 6858000"/>
              <a:gd name="connsiteX11" fmla="*/ 782320 w 6256866"/>
              <a:gd name="connsiteY11" fmla="*/ 3708400 h 6858000"/>
              <a:gd name="connsiteX12" fmla="*/ 782320 w 6256866"/>
              <a:gd name="connsiteY12" fmla="*/ 1706880 h 6858000"/>
              <a:gd name="connsiteX13" fmla="*/ 0 w 6256866"/>
              <a:gd name="connsiteY13" fmla="*/ 170688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256866" h="6858000">
                <a:moveTo>
                  <a:pt x="0" y="0"/>
                </a:moveTo>
                <a:lnTo>
                  <a:pt x="5130265" y="0"/>
                </a:lnTo>
                <a:lnTo>
                  <a:pt x="5130265" y="3276600"/>
                </a:lnTo>
                <a:lnTo>
                  <a:pt x="6256866" y="3276600"/>
                </a:lnTo>
                <a:lnTo>
                  <a:pt x="6256866" y="4139648"/>
                </a:lnTo>
                <a:lnTo>
                  <a:pt x="5130265" y="4139648"/>
                </a:lnTo>
                <a:lnTo>
                  <a:pt x="5130265" y="6858000"/>
                </a:lnTo>
                <a:lnTo>
                  <a:pt x="2433320" y="6858000"/>
                </a:lnTo>
                <a:lnTo>
                  <a:pt x="2433320" y="6116320"/>
                </a:lnTo>
                <a:lnTo>
                  <a:pt x="0" y="6116320"/>
                </a:lnTo>
                <a:lnTo>
                  <a:pt x="0" y="3708400"/>
                </a:lnTo>
                <a:lnTo>
                  <a:pt x="782320" y="3708400"/>
                </a:lnTo>
                <a:lnTo>
                  <a:pt x="782320" y="1706880"/>
                </a:lnTo>
                <a:lnTo>
                  <a:pt x="0" y="170688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D5DA1-025D-2C65-E8EE-CEE1E76E053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368DB-AB72-1EC3-A527-8C8E999154B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EC095-9480-514A-7E3D-3E2E2EF9CD27}"/>
              </a:ext>
            </a:extLst>
          </p:cNvPr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4273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651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  <p:sldLayoutId id="2147483990" r:id="rId21"/>
    <p:sldLayoutId id="2147483991" r:id="rId22"/>
    <p:sldLayoutId id="2147483992" r:id="rId23"/>
    <p:sldLayoutId id="2147483993" r:id="rId24"/>
    <p:sldLayoutId id="2147483994" r:id="rId25"/>
    <p:sldLayoutId id="2147483995" r:id="rId26"/>
    <p:sldLayoutId id="2147483996" r:id="rId27"/>
    <p:sldLayoutId id="2147483997" r:id="rId28"/>
    <p:sldLayoutId id="2147483998" r:id="rId29"/>
    <p:sldLayoutId id="2147483999" r:id="rId3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.xml"/><Relationship Id="rId3" Type="http://schemas.openxmlformats.org/officeDocument/2006/relationships/diagramLayout" Target="../diagrams/layout8.xml"/><Relationship Id="rId7" Type="http://schemas.openxmlformats.org/officeDocument/2006/relationships/diagramData" Target="../diagrams/data9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11" Type="http://schemas.microsoft.com/office/2007/relationships/diagramDrawing" Target="../diagrams/drawing9.xml"/><Relationship Id="rId5" Type="http://schemas.openxmlformats.org/officeDocument/2006/relationships/diagramColors" Target="../diagrams/colors8.xml"/><Relationship Id="rId10" Type="http://schemas.openxmlformats.org/officeDocument/2006/relationships/diagramColors" Target="../diagrams/colors9.xml"/><Relationship Id="rId4" Type="http://schemas.openxmlformats.org/officeDocument/2006/relationships/diagramQuickStyle" Target="../diagrams/quickStyle8.xml"/><Relationship Id="rId9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64C9EE1D-12BB-43F7-9A2A-893578DCA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962A31-C54E-4762-B155-59777FED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20A9CA88-93EB-4DC0-A00D-64E6AB7A08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E84C1AD-30A9-4EF6-A8E1-7484242EF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7552943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505C81-7592-A9B6-9A49-51C38F20A35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1157" y="2161933"/>
            <a:ext cx="4790625" cy="13394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6600" spc="-100" dirty="0">
                <a:ln w="15875">
                  <a:solidFill>
                    <a:srgbClr val="FFFFFF"/>
                  </a:solidFill>
                </a:ln>
                <a:solidFill>
                  <a:schemeClr val="bg1"/>
                </a:solidFill>
                <a:ea typeface="幼圆"/>
              </a:rPr>
              <a:t>Student Suds</a:t>
            </a:r>
            <a:endParaRPr lang="en-US" sz="6600" spc="-100" dirty="0">
              <a:ln w="15875">
                <a:solidFill>
                  <a:srgbClr val="FFFFFF"/>
                </a:solidFill>
              </a:ln>
              <a:solidFill>
                <a:schemeClr val="bg1"/>
              </a:solidFill>
              <a:ea typeface="幼圆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8DCEE19-DDF9-070E-AB7A-EF04DFB3B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2876" y="3781663"/>
            <a:ext cx="3167186" cy="8915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ts val="1200"/>
              </a:spcBef>
            </a:pPr>
            <a:r>
              <a:rPr lang="en-US" altLang="zh-CN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Chaitanya Rachakunta</a:t>
            </a:r>
            <a:endParaRPr lang="en-US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86E571C-8A2B-4F37-B155-9C5DF0ACA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" name="Picture 1" descr="A logo for a student suds&#10;&#10;AI-generated content may be incorrect.">
            <a:extLst>
              <a:ext uri="{FF2B5EF4-FFF2-40B4-BE49-F238E27FC236}">
                <a16:creationId xmlns:a16="http://schemas.microsoft.com/office/drawing/2014/main" id="{9CC8EAC2-4C83-2E96-050F-69BDFE4E5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0640" y="1600189"/>
            <a:ext cx="3505200" cy="3467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372F31-6968-5ED7-D24D-39396F0D993F}"/>
              </a:ext>
            </a:extLst>
          </p:cNvPr>
          <p:cNvSpPr txBox="1"/>
          <p:nvPr/>
        </p:nvSpPr>
        <p:spPr>
          <a:xfrm>
            <a:off x="1773051" y="3333739"/>
            <a:ext cx="40068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bg1"/>
                </a:solidFill>
              </a:rPr>
              <a:t>Laundry Pickup &amp; Delivery for College Students</a:t>
            </a:r>
          </a:p>
        </p:txBody>
      </p:sp>
    </p:spTree>
    <p:extLst>
      <p:ext uri="{BB962C8B-B14F-4D97-AF65-F5344CB8AC3E}">
        <p14:creationId xmlns:p14="http://schemas.microsoft.com/office/powerpoint/2010/main" val="1596312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02732-D3EB-041B-ACDC-ECA0FE9A2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54" y="1105123"/>
            <a:ext cx="2947482" cy="460118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Description of Business Concept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BEFB6C-07D6-668A-6537-58270AAB99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3725219"/>
              </p:ext>
            </p:extLst>
          </p:nvPr>
        </p:nvGraphicFramePr>
        <p:xfrm>
          <a:off x="3583507" y="752815"/>
          <a:ext cx="7589059" cy="530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3850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969F8-A1DF-AF3D-653E-58C33540B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52E5D6-E378-4614-BCBD-8663DD15B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287AC3-AACF-4ADB-9F73-125E714D9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993" y="4367639"/>
            <a:ext cx="11430014" cy="18521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747270-906C-6DF7-FF89-D01D19415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303" y="4367639"/>
            <a:ext cx="11422704" cy="1853320"/>
          </a:xfrm>
          <a:solidFill>
            <a:schemeClr val="accent1"/>
          </a:solidFill>
        </p:spPr>
        <p:txBody>
          <a:bodyPr anchor="ctr">
            <a:norm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Customer Value Proposition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558DA3-39F1-1F2F-70AA-D84897D1E1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009223"/>
              </p:ext>
            </p:extLst>
          </p:nvPr>
        </p:nvGraphicFramePr>
        <p:xfrm>
          <a:off x="960120" y="640080"/>
          <a:ext cx="10271760" cy="32023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48310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511F1-A199-8265-D783-A236EF497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E9F5D7F-1BBC-4096-ADA7-AA9C9E4D2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D370DD-716B-4528-B475-331F84CEA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9514" y="758953"/>
            <a:ext cx="7052486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733BDD-F074-609B-E915-15410F985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0202" y="768095"/>
            <a:ext cx="6451110" cy="1430841"/>
          </a:xfrm>
        </p:spPr>
        <p:txBody>
          <a:bodyPr vert="horz" lIns="91440" tIns="45720" rIns="91440" bIns="45720" rtlCol="0" anchor="ctr">
            <a:noAutofit/>
          </a:bodyPr>
          <a:lstStyle/>
          <a:p>
            <a:br>
              <a:rPr lang="en-US" sz="2000" dirty="0"/>
            </a:br>
            <a:br>
              <a:rPr lang="en-US" sz="2000" dirty="0"/>
            </a:br>
            <a:r>
              <a:rPr lang="en-US" sz="2000" b="1" u="sng" dirty="0"/>
              <a:t>Vision Statement:</a:t>
            </a:r>
            <a:r>
              <a:rPr lang="en-US" sz="2000" dirty="0"/>
              <a:t> To make college life easier by providing the most convenient, reliable, and affordable laundry service that saves students time and reduces stress.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79D076F-656A-4CD9-83AD-AF8F4B28C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912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6" name="Graphic 15" descr="Soap">
            <a:extLst>
              <a:ext uri="{FF2B5EF4-FFF2-40B4-BE49-F238E27FC236}">
                <a16:creationId xmlns:a16="http://schemas.microsoft.com/office/drawing/2014/main" id="{7998DE47-BE20-78BA-5514-B4655918B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0771" y="1535135"/>
            <a:ext cx="3778286" cy="377828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95CA8-EFCB-F2F3-7789-B02522911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0202" y="2537011"/>
            <a:ext cx="6451109" cy="3499347"/>
          </a:xfrm>
        </p:spPr>
        <p:txBody>
          <a:bodyPr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u="sng" dirty="0">
                <a:solidFill>
                  <a:srgbClr val="FFFFFF"/>
                </a:solidFill>
              </a:rPr>
              <a:t>Mission Statement: </a:t>
            </a:r>
          </a:p>
          <a:p>
            <a:pPr marL="457200" indent="-457200" algn="ctr">
              <a:buAutoNum type="arabicPeriod"/>
            </a:pP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1. Provide convenient, affordable, and reliable laundry pickup and delivery services for college students</a:t>
            </a:r>
            <a:endParaRPr lang="en-US" dirty="0"/>
          </a:p>
          <a:p>
            <a:pPr algn="ctr">
              <a:buAutoNum type="arabicPeriod"/>
            </a:pP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2. Offer fast 24-hour turnaround with quality cleaning</a:t>
            </a:r>
            <a:endParaRPr lang="en-US" dirty="0"/>
          </a:p>
          <a:p>
            <a:pPr algn="ctr">
              <a:buAutoNum type="arabicPeriod"/>
            </a:pP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3. Include add-on options such as ironing</a:t>
            </a:r>
            <a:endParaRPr lang="en-US" dirty="0"/>
          </a:p>
          <a:p>
            <a:pPr algn="ctr">
              <a:buAutoNum type="arabicPeriod"/>
            </a:pP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4. Save students time, reduce stress, and provide an alternative to crowded dorm laundry rooms</a:t>
            </a:r>
            <a:endParaRPr lang="en-US" dirty="0"/>
          </a:p>
          <a:p>
            <a:pPr algn="ctr">
              <a:buAutoNum type="arabicPeriod"/>
            </a:pP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5. Combine app-based and in-person options for flexibility</a:t>
            </a:r>
            <a:endParaRPr lang="en-US" dirty="0"/>
          </a:p>
          <a:p>
            <a:pPr algn="ctr">
              <a:buAutoNum type="arabicPeriod"/>
            </a:pP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6. Help students live cleaner, more balanced lives while focusing on academic and social success</a:t>
            </a:r>
            <a:endParaRPr lang="en-US" dirty="0"/>
          </a:p>
          <a:p>
            <a:pPr marL="0" indent="0" algn="ctr">
              <a:buNone/>
            </a:pPr>
            <a:endParaRPr lang="en-US" b="1" u="sng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639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86D4068-D045-48B0-9A00-198F2FE4B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664C4B-AAE2-4AA0-8918-134E8086F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181740-AAB7-CDDF-3432-9FDDDCFA3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055" y="1123836"/>
            <a:ext cx="2947482" cy="4601183"/>
          </a:xfrm>
        </p:spPr>
        <p:txBody>
          <a:bodyPr>
            <a:normAutofit/>
          </a:bodyPr>
          <a:lstStyle/>
          <a:p>
            <a:r>
              <a:rPr lang="en-US" dirty="0"/>
              <a:t>Statement of Core Values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6F9FD8-4CFE-4C77-8F29-5D801C57E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6BA584-5A9F-AFCA-C07A-C7A10761AE3A}"/>
              </a:ext>
            </a:extLst>
          </p:cNvPr>
          <p:cNvSpPr/>
          <p:nvPr/>
        </p:nvSpPr>
        <p:spPr>
          <a:xfrm>
            <a:off x="3782838" y="758952"/>
            <a:ext cx="7800218" cy="5330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676E4-ADC8-5847-286D-8502E812E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2838" y="758952"/>
            <a:ext cx="7789835" cy="5330952"/>
          </a:xfrm>
          <a:solidFill>
            <a:srgbClr val="40BAD2"/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ea typeface="+mn-lt"/>
                <a:cs typeface="+mn-lt"/>
              </a:rPr>
              <a:t>Convenience</a:t>
            </a:r>
            <a:r>
              <a:rPr lang="en-US" sz="1600" b="1" dirty="0">
                <a:solidFill>
                  <a:schemeClr val="bg1"/>
                </a:solidFill>
                <a:ea typeface="+mn-lt"/>
                <a:cs typeface="+mn-lt"/>
              </a:rPr>
              <a:t>: </a:t>
            </a:r>
            <a: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  <a:t>We make student life easier by providing quick, simple, and reliable laundry pickup and delivery.</a:t>
            </a:r>
          </a:p>
          <a:p>
            <a:pPr marL="0" indent="0">
              <a:buNone/>
            </a:pPr>
            <a:b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sz="1800" b="1" dirty="0">
                <a:solidFill>
                  <a:schemeClr val="bg1"/>
                </a:solidFill>
                <a:ea typeface="+mn-lt"/>
                <a:cs typeface="+mn-lt"/>
              </a:rPr>
              <a:t>Affordability</a:t>
            </a:r>
            <a:r>
              <a:rPr lang="en-US" sz="1600" b="1" dirty="0">
                <a:solidFill>
                  <a:schemeClr val="bg1"/>
                </a:solidFill>
                <a:ea typeface="+mn-lt"/>
                <a:cs typeface="+mn-lt"/>
              </a:rPr>
              <a:t>: </a:t>
            </a:r>
            <a: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  <a:t>Our services are priced with students in mind, ensuring accessibility without sacrificing quality.</a:t>
            </a:r>
          </a:p>
          <a:p>
            <a:pPr marL="0" indent="0">
              <a:buNone/>
            </a:pPr>
            <a:b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sz="1800" b="1" dirty="0">
                <a:solidFill>
                  <a:schemeClr val="bg1"/>
                </a:solidFill>
                <a:ea typeface="+mn-lt"/>
                <a:cs typeface="+mn-lt"/>
              </a:rPr>
              <a:t>Reliability</a:t>
            </a:r>
            <a:r>
              <a:rPr lang="en-US" sz="1600" b="1" dirty="0">
                <a:solidFill>
                  <a:schemeClr val="bg1"/>
                </a:solidFill>
                <a:ea typeface="+mn-lt"/>
                <a:cs typeface="+mn-lt"/>
              </a:rPr>
              <a:t>: </a:t>
            </a:r>
            <a: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  <a:t>We deliver consistent service and ensure proper handling of clothing.</a:t>
            </a:r>
          </a:p>
          <a:p>
            <a:pPr marL="0" indent="0">
              <a:buNone/>
            </a:pPr>
            <a:b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sz="1800" b="1" dirty="0">
                <a:solidFill>
                  <a:schemeClr val="bg1"/>
                </a:solidFill>
                <a:ea typeface="+mn-lt"/>
                <a:cs typeface="+mn-lt"/>
              </a:rPr>
              <a:t>Innovation</a:t>
            </a:r>
            <a:r>
              <a:rPr lang="en-US" sz="1600" b="1" dirty="0">
                <a:solidFill>
                  <a:schemeClr val="bg1"/>
                </a:solidFill>
                <a:ea typeface="+mn-lt"/>
                <a:cs typeface="+mn-lt"/>
              </a:rPr>
              <a:t>: </a:t>
            </a:r>
            <a: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  <a:t>Through our app, students can easily schedule pickups, track orders, and manage services.</a:t>
            </a:r>
          </a:p>
          <a:p>
            <a:pPr marL="0" indent="0">
              <a:buNone/>
            </a:pPr>
            <a:b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sz="1800" b="1" dirty="0">
                <a:solidFill>
                  <a:schemeClr val="bg1"/>
                </a:solidFill>
                <a:ea typeface="+mn-lt"/>
                <a:cs typeface="+mn-lt"/>
              </a:rPr>
              <a:t>Sustainability</a:t>
            </a:r>
            <a:r>
              <a:rPr lang="en-US" sz="1600" b="1" dirty="0">
                <a:solidFill>
                  <a:schemeClr val="bg1"/>
                </a:solidFill>
                <a:ea typeface="+mn-lt"/>
                <a:cs typeface="+mn-lt"/>
              </a:rPr>
              <a:t>: </a:t>
            </a:r>
            <a: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  <a:t>We prioritize usage of eco-friendly detergents and energy saving washers/dryers to reduce our environmental footprint.</a:t>
            </a:r>
          </a:p>
          <a:p>
            <a:pPr marL="0" indent="0">
              <a:buNone/>
            </a:pPr>
            <a:b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sz="1800" b="1" dirty="0">
                <a:solidFill>
                  <a:schemeClr val="bg1"/>
                </a:solidFill>
                <a:ea typeface="+mn-lt"/>
                <a:cs typeface="+mn-lt"/>
              </a:rPr>
              <a:t>Community Commitment</a:t>
            </a:r>
            <a:r>
              <a:rPr lang="en-US" sz="1600" b="1" dirty="0">
                <a:solidFill>
                  <a:schemeClr val="bg1"/>
                </a:solidFill>
                <a:ea typeface="+mn-lt"/>
                <a:cs typeface="+mn-lt"/>
              </a:rPr>
              <a:t>: </a:t>
            </a:r>
            <a: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  <a:t>We support campus involvement and community by providing student employment opportunities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3691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55F57-DEE4-AE60-A6F8-D692314E5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Financial and</a:t>
            </a:r>
            <a:endParaRPr lang="en-US"/>
          </a:p>
          <a:p>
            <a:r>
              <a:rPr lang="en-US">
                <a:ea typeface="+mj-lt"/>
                <a:cs typeface="+mj-lt"/>
              </a:rPr>
              <a:t>Strategic</a:t>
            </a:r>
            <a:endParaRPr lang="en-US"/>
          </a:p>
          <a:p>
            <a:r>
              <a:rPr lang="en-US">
                <a:ea typeface="+mj-lt"/>
                <a:cs typeface="+mj-lt"/>
              </a:rPr>
              <a:t>Objectives</a:t>
            </a:r>
            <a:endParaRPr lang="en-US"/>
          </a:p>
          <a:p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3263A2A5-A4F2-9159-6C66-57A38C82B9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5923260"/>
              </p:ext>
            </p:extLst>
          </p:nvPr>
        </p:nvGraphicFramePr>
        <p:xfrm>
          <a:off x="3759896" y="885459"/>
          <a:ext cx="7728267" cy="5087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84362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F33A6-CFFD-FCCA-1B0B-1182310F1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DE7F1-1E18-76B2-03FA-BBFB6C951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69" y="1123837"/>
            <a:ext cx="3227942" cy="4601183"/>
          </a:xfrm>
        </p:spPr>
        <p:txBody>
          <a:bodyPr>
            <a:normAutofit/>
          </a:bodyPr>
          <a:lstStyle/>
          <a:p>
            <a:r>
              <a:rPr lang="en-US" dirty="0"/>
              <a:t>Corporate Social Responsibility Key Initiatives and Rationale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5721C63-4E6C-BFD9-ADC4-1E8F58B5D5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6849527"/>
              </p:ext>
            </p:extLst>
          </p:nvPr>
        </p:nvGraphicFramePr>
        <p:xfrm>
          <a:off x="3629475" y="484400"/>
          <a:ext cx="8032152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076">
                  <a:extLst>
                    <a:ext uri="{9D8B030D-6E8A-4147-A177-3AD203B41FA5}">
                      <a16:colId xmlns:a16="http://schemas.microsoft.com/office/drawing/2014/main" val="72787711"/>
                    </a:ext>
                  </a:extLst>
                </a:gridCol>
                <a:gridCol w="4016076">
                  <a:extLst>
                    <a:ext uri="{9D8B030D-6E8A-4147-A177-3AD203B41FA5}">
                      <a16:colId xmlns:a16="http://schemas.microsoft.com/office/drawing/2014/main" val="2648971552"/>
                    </a:ext>
                  </a:extLst>
                </a:gridCol>
              </a:tblGrid>
              <a:tr h="31962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orbel"/>
                        </a:rPr>
                        <a:t>CSR Initiative</a:t>
                      </a: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orbel"/>
                        </a:rPr>
                        <a:t>Rationale</a:t>
                      </a:r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339338"/>
                  </a:ext>
                </a:extLst>
              </a:tr>
              <a:tr h="148750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Corbel"/>
                        </a:rPr>
                        <a:t>Eco-Friendly Laundry Practice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latin typeface="Corbel"/>
                        </a:rPr>
                        <a:t>Partner with detergent brands that follow CSR and eco-friendly practices/use energy-efficient machines</a:t>
                      </a:r>
                      <a:endParaRPr lang="en-US" sz="180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latin typeface="Corbel"/>
                        </a:rPr>
                        <a:t>Lowers the environmental footprint</a:t>
                      </a:r>
                      <a:endParaRPr lang="en-US" sz="180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latin typeface="Corbel"/>
                        </a:rPr>
                        <a:t>Appeals to eco-conscious students who value sustainability.</a:t>
                      </a:r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325458"/>
                  </a:ext>
                </a:extLst>
              </a:tr>
              <a:tr h="1253922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/>
                        <a:t>Campus Community Partnership:</a:t>
                      </a:r>
                      <a:endParaRPr lang="en-US" sz="180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/>
                        <a:t>Offer free laundry services for</a:t>
                      </a:r>
                      <a:endParaRPr lang="en-US" sz="1800" b="0" dirty="0"/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/>
                        <a:t>campus charity events or low-income students once a month.</a:t>
                      </a:r>
                      <a:endParaRPr 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latin typeface="Corbel"/>
                        </a:rPr>
                        <a:t>Strengthens community ties and cements Student Suds into campus life</a:t>
                      </a:r>
                      <a:endParaRPr lang="en-US" sz="180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latin typeface="Corbel"/>
                        </a:rPr>
                        <a:t>Low-cost actions that create good results, attract attention, and differentiate our services.</a:t>
                      </a:r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8679564"/>
                  </a:ext>
                </a:extLst>
              </a:tr>
              <a:tr h="1339977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Corbel"/>
                        </a:rPr>
                        <a:t>Hire student workers part-time and</a:t>
                      </a:r>
                      <a:endParaRPr lang="en-US" sz="1800"/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orbel"/>
                        </a:rPr>
                        <a:t>provide flexible scheduling</a:t>
                      </a: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latin typeface="Corbel"/>
                        </a:rPr>
                        <a:t>Supports student employees by ensuring ethical labor practices/boosting morale. </a:t>
                      </a:r>
                      <a:endParaRPr lang="en-US" sz="1800" dirty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latin typeface="Corbel"/>
                        </a:rPr>
                        <a:t>Happy, trained workers will take more care and provide a better service.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46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2711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798B5-FEC6-C2F7-49F7-C89E33A39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2B0CD-3EB7-1D0B-C372-371B1376A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New Service: </a:t>
            </a:r>
            <a:br>
              <a:rPr lang="en-US"/>
            </a:br>
            <a:r>
              <a:rPr lang="en-US"/>
              <a:t>Dry Cleaning Laundry Service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44B612-269E-8C0A-5096-BF07F625BE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8463354"/>
              </p:ext>
            </p:extLst>
          </p:nvPr>
        </p:nvGraphicFramePr>
        <p:xfrm>
          <a:off x="3935529" y="864108"/>
          <a:ext cx="7315200" cy="5120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56704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94FCF-FB40-5963-2F11-546FCC5A1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15915-85F5-16B7-6BC8-507889C3D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en-US" dirty="0"/>
              <a:t>National Expansion Decision, Approach, and Rationale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6B3C81-B98D-E2D5-17B4-3E3EC45F2C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3055333"/>
              </p:ext>
            </p:extLst>
          </p:nvPr>
        </p:nvGraphicFramePr>
        <p:xfrm>
          <a:off x="3792553" y="771181"/>
          <a:ext cx="7728267" cy="5321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4406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52E5D6-E378-4614-BCBD-8663DD15B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287AC3-AACF-4ADB-9F73-125E714D9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993" y="4367639"/>
            <a:ext cx="11430014" cy="18521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4E915-7CF6-1231-2BA1-FE764A8ED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144" y="4366327"/>
            <a:ext cx="11425525" cy="1851908"/>
          </a:xfrm>
          <a:solidFill>
            <a:schemeClr val="accent1"/>
          </a:solidFill>
        </p:spPr>
        <p:txBody>
          <a:bodyPr anchor="ctr">
            <a:normAutofit/>
          </a:bodyPr>
          <a:lstStyle/>
          <a:p>
            <a:pPr algn="ctr"/>
            <a:r>
              <a:rPr lang="en-US" sz="4400">
                <a:solidFill>
                  <a:schemeClr val="bg1"/>
                </a:solidFill>
              </a:rPr>
              <a:t>Canada Opportunities, Challenges, Overall Rationale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6E7C31-9883-3FE8-EDA1-945FC70790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0784864"/>
              </p:ext>
            </p:extLst>
          </p:nvPr>
        </p:nvGraphicFramePr>
        <p:xfrm>
          <a:off x="960120" y="475647"/>
          <a:ext cx="10271760" cy="34137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36078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69D1D-9837-C395-0EB4-B63F5F3E5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C26D1-A49D-DD82-C993-D0430A59E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69" y="1128408"/>
            <a:ext cx="3227941" cy="4601183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Expansion and Entry Strategy &amp; Rationale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4A2B7D-C174-027D-6E43-F3C02EF542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8922516"/>
              </p:ext>
            </p:extLst>
          </p:nvPr>
        </p:nvGraphicFramePr>
        <p:xfrm>
          <a:off x="3693636" y="600538"/>
          <a:ext cx="8264980" cy="56637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32397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3657A-DC35-BBC5-2EB1-657F6CBF9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22C2B-ECFC-AA46-D6D8-E7C2EDD02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Laundry Attendant Information 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5453F5-EB4C-6C12-E9E4-33E931754D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7451573"/>
              </p:ext>
            </p:extLst>
          </p:nvPr>
        </p:nvGraphicFramePr>
        <p:xfrm>
          <a:off x="3600871" y="783771"/>
          <a:ext cx="8071395" cy="21018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4F6D260A-F23D-7FB1-E851-CD8BD45C55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8842907"/>
              </p:ext>
            </p:extLst>
          </p:nvPr>
        </p:nvGraphicFramePr>
        <p:xfrm>
          <a:off x="3600872" y="3424428"/>
          <a:ext cx="8071395" cy="25355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293763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F2D5A-5D1F-A742-C2AD-0F962211F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71BD9-CEEC-DF67-84A8-6B5A46A31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en-US"/>
              <a:t>Employee Motivation Initiatives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C2E525-338D-4BB1-5286-E68E317B29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1850841"/>
              </p:ext>
            </p:extLst>
          </p:nvPr>
        </p:nvGraphicFramePr>
        <p:xfrm>
          <a:off x="3759896" y="885459"/>
          <a:ext cx="7728267" cy="5087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3238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AF2F4-3498-5A05-1E27-3C296DD56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AD081-832F-8B31-C2CB-5C776535A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en-US"/>
              <a:t>Actions to Achieve Higher Levels of Engagement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B66142-95ED-D0E0-3D78-D83AA8332E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4159891"/>
              </p:ext>
            </p:extLst>
          </p:nvPr>
        </p:nvGraphicFramePr>
        <p:xfrm>
          <a:off x="3583507" y="752815"/>
          <a:ext cx="7589059" cy="530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12542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3F44E-B620-D47A-67CE-96A8B9EB3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79EB4-27D5-251D-CEE6-CFA580B30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Effectiveness and Efficiency Charts</a:t>
            </a:r>
          </a:p>
        </p:txBody>
      </p:sp>
      <p:pic>
        <p:nvPicPr>
          <p:cNvPr id="4" name="Content Placeholder 3" descr="A graph of a customer loyalty&#10;&#10;AI-generated content may be incorrect.">
            <a:extLst>
              <a:ext uri="{FF2B5EF4-FFF2-40B4-BE49-F238E27FC236}">
                <a16:creationId xmlns:a16="http://schemas.microsoft.com/office/drawing/2014/main" id="{E946C062-F41F-5DC1-A6F1-33269DF6BD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97817" y="376428"/>
            <a:ext cx="6096000" cy="3048000"/>
          </a:xfrm>
          <a:prstGeom prst="rect">
            <a:avLst/>
          </a:prstGeom>
        </p:spPr>
      </p:pic>
      <p:pic>
        <p:nvPicPr>
          <p:cNvPr id="5" name="Picture 4" descr="A graph of a laundry load&#10;&#10;AI-generated content may be incorrect.">
            <a:extLst>
              <a:ext uri="{FF2B5EF4-FFF2-40B4-BE49-F238E27FC236}">
                <a16:creationId xmlns:a16="http://schemas.microsoft.com/office/drawing/2014/main" id="{C181F722-5B82-66B6-246A-0BDD15892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670" y="3430803"/>
            <a:ext cx="6088122" cy="304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436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B7BDE-80B2-2CA4-F7C6-58790FFDE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4882C-E619-B7A7-B7F9-81353FEC6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Initiatives to Improve Processes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F095E54-757B-7A28-71F6-7E2636A448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1441766"/>
              </p:ext>
            </p:extLst>
          </p:nvPr>
        </p:nvGraphicFramePr>
        <p:xfrm>
          <a:off x="3944353" y="261788"/>
          <a:ext cx="7281835" cy="585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723367838"/>
                    </a:ext>
                  </a:extLst>
                </a:gridCol>
                <a:gridCol w="3624235">
                  <a:extLst>
                    <a:ext uri="{9D8B030D-6E8A-4147-A177-3AD203B41FA5}">
                      <a16:colId xmlns:a16="http://schemas.microsoft.com/office/drawing/2014/main" val="2845327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Focus on Improvement Initiative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Effectiveness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267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latin typeface="Corbel"/>
                        </a:rPr>
                        <a:t>Current Performance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Corbel"/>
                        </a:rPr>
                        <a:t>Currently, about 70% of customers return each month, but there are occasional complaints about delayed deliveries and inconsistent pickup times.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037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latin typeface="Corbel"/>
                        </a:rPr>
                        <a:t>Targeted Performance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Corbel"/>
                        </a:rPr>
                        <a:t>Increase monthly returning customers to 85%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083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Improvement Initiative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+mn-lt"/>
                        </a:rPr>
                        <a:t>Add real-time tracking in the app for pickup and delivery status.</a:t>
                      </a:r>
                    </a:p>
                    <a:p>
                      <a:pPr lvl="0">
                        <a:buNone/>
                      </a:pPr>
                      <a:endParaRPr lang="en-US" sz="1800" b="0" i="0" u="none" strike="noStrike" noProof="0" dirty="0">
                        <a:latin typeface="+mn-lt"/>
                      </a:endParaRP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+mn-lt"/>
                        </a:rPr>
                        <a:t>Introduce a loyalty program (every 5th laundry load free).</a:t>
                      </a:r>
                    </a:p>
                    <a:p>
                      <a:pPr lvl="0">
                        <a:buNone/>
                      </a:pPr>
                      <a:endParaRPr lang="en-US" sz="1800" b="0" i="0" u="none" strike="noStrike" noProof="0" dirty="0">
                        <a:latin typeface="+mn-lt"/>
                      </a:endParaRP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+mn-lt"/>
                        </a:rPr>
                        <a:t>Send app/text notifications for pickup, cleaning, and delivery updates.</a:t>
                      </a:r>
                    </a:p>
                    <a:p>
                      <a:pPr lvl="0">
                        <a:buNone/>
                      </a:pPr>
                      <a:endParaRPr lang="en-US" sz="1800" b="0" i="0" u="none" strike="noStrike" noProof="0" dirty="0">
                        <a:latin typeface="+mn-lt"/>
                      </a:endParaRP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+mn-lt"/>
                        </a:rPr>
                        <a:t>Train staff to improve turnaround time and customer service.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705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2508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7BDB6-6E62-32EA-BC1A-3AA85F2B1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E9F5D7F-1BBC-4096-ADA7-AA9C9E4D2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D370DD-716B-4528-B475-331F84CEA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9514" y="758953"/>
            <a:ext cx="7052486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0277FD-4483-61E0-729D-BB523BE30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1642" y="1123837"/>
            <a:ext cx="6451110" cy="1255469"/>
          </a:xfrm>
        </p:spPr>
        <p:txBody>
          <a:bodyPr>
            <a:normAutofit/>
          </a:bodyPr>
          <a:lstStyle/>
          <a:p>
            <a:r>
              <a:rPr lang="en-US"/>
              <a:t>Acquisition: Not An Option 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9D076F-656A-4CD9-83AD-AF8F4B28C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912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8" name="Graphic 17" descr="Onboarding">
            <a:extLst>
              <a:ext uri="{FF2B5EF4-FFF2-40B4-BE49-F238E27FC236}">
                <a16:creationId xmlns:a16="http://schemas.microsoft.com/office/drawing/2014/main" id="{90FD2285-52E6-8242-DB25-E034C5C789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0771" y="1535135"/>
            <a:ext cx="3778286" cy="377828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EA8D5-D2C8-7B6C-8BB1-B12CDA98C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1644" y="2510395"/>
            <a:ext cx="6451109" cy="327458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chemeClr val="bg1"/>
                </a:solidFill>
              </a:rPr>
              <a:t>1.  Selling would hurt employees, customers, and partners who helped build the company.</a:t>
            </a:r>
          </a:p>
          <a:p>
            <a:pPr marL="0" indent="0">
              <a:buNone/>
            </a:pPr>
            <a:r>
              <a:rPr lang="en-US">
                <a:solidFill>
                  <a:schemeClr val="bg1"/>
                </a:solidFill>
              </a:rPr>
              <a:t>2. If the business sold, new owners would have no experience and might ruin the business.</a:t>
            </a:r>
          </a:p>
          <a:p>
            <a:pPr marL="0" indent="0">
              <a:buNone/>
            </a:pPr>
            <a:r>
              <a:rPr lang="en-US">
                <a:solidFill>
                  <a:schemeClr val="bg1"/>
                </a:solidFill>
              </a:rPr>
              <a:t>3. It would also lead to a lack of control, decrease in service quality, and loss of jobs for students. </a:t>
            </a:r>
          </a:p>
          <a:p>
            <a:pPr marL="0" indent="0">
              <a:buNone/>
            </a:pPr>
            <a:r>
              <a:rPr lang="en-US">
                <a:solidFill>
                  <a:schemeClr val="bg1"/>
                </a:solidFill>
              </a:rPr>
              <a:t>4. Keeping the company ensures long-term stability, protects jobs, and maintains trust. The money isn’t worth risking everything the company stands for.</a:t>
            </a:r>
          </a:p>
        </p:txBody>
      </p:sp>
    </p:spTree>
    <p:extLst>
      <p:ext uri="{BB962C8B-B14F-4D97-AF65-F5344CB8AC3E}">
        <p14:creationId xmlns:p14="http://schemas.microsoft.com/office/powerpoint/2010/main" val="2569346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CB17D-FAE0-E270-DD42-00020A6C0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27400-73D6-9770-030A-1D3ECDAC3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Student Suds Success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000E29-0B4E-780F-C3C6-E6CFE4348A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8279907"/>
              </p:ext>
            </p:extLst>
          </p:nvPr>
        </p:nvGraphicFramePr>
        <p:xfrm>
          <a:off x="3844887" y="746034"/>
          <a:ext cx="7615003" cy="5356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423019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HEME" val="template.pptx"/>
</p:tagLst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8de0ec0-4312-429b-9ba4-a6f7899b86f2" xsi:nil="true"/>
    <_ip_UnifiedCompliancePolicyProperties xmlns="http://schemas.microsoft.com/sharepoint/v3" xsi:nil="true"/>
    <lcf76f155ced4ddcb4097134ff3c332f xmlns="21705155-b4ce-4c69-95dc-4fd6cb8c5571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7FBBEFD40724CA20725D6B3094130" ma:contentTypeVersion="14" ma:contentTypeDescription="Create a new document." ma:contentTypeScope="" ma:versionID="b563ecc397a77cd5d82b22a852f9d63c">
  <xsd:schema xmlns:xsd="http://www.w3.org/2001/XMLSchema" xmlns:xs="http://www.w3.org/2001/XMLSchema" xmlns:p="http://schemas.microsoft.com/office/2006/metadata/properties" xmlns:ns1="http://schemas.microsoft.com/sharepoint/v3" xmlns:ns2="21705155-b4ce-4c69-95dc-4fd6cb8c5571" xmlns:ns3="38de0ec0-4312-429b-9ba4-a6f7899b86f2" targetNamespace="http://schemas.microsoft.com/office/2006/metadata/properties" ma:root="true" ma:fieldsID="514fef1a96c1431b584933149cb0dc9f" ns1:_="" ns2:_="" ns3:_="">
    <xsd:import namespace="http://schemas.microsoft.com/sharepoint/v3"/>
    <xsd:import namespace="21705155-b4ce-4c69-95dc-4fd6cb8c5571"/>
    <xsd:import namespace="38de0ec0-4312-429b-9ba4-a6f7899b86f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05155-b4ce-4c69-95dc-4fd6cb8c55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e0ec0-4312-429b-9ba4-a6f7899b86f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1ef2866-7176-4fd6-ae15-58358271bbbc}" ma:internalName="TaxCatchAll" ma:showField="CatchAllData" ma:web="38de0ec0-4312-429b-9ba4-a6f7899b8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D106A9-355A-41E8-8BB0-D23731FC86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10C76C-AAF9-4815-AD6C-88260D28D40A}">
  <ds:schemaRefs>
    <ds:schemaRef ds:uri="21705155-b4ce-4c69-95dc-4fd6cb8c5571"/>
    <ds:schemaRef ds:uri="38de0ec0-4312-429b-9ba4-a6f7899b86f2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860D4B54-28E2-4923-AAAE-FE6B2DA9CEF8}">
  <ds:schemaRefs>
    <ds:schemaRef ds:uri="21705155-b4ce-4c69-95dc-4fd6cb8c5571"/>
    <ds:schemaRef ds:uri="38de0ec0-4312-429b-9ba4-a6f7899b86f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1459</Words>
  <Application>Microsoft Macintosh PowerPoint</Application>
  <PresentationFormat>Widescreen</PresentationFormat>
  <Paragraphs>181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Calibri</vt:lpstr>
      <vt:lpstr>Corbel</vt:lpstr>
      <vt:lpstr>Wingdings 2</vt:lpstr>
      <vt:lpstr>幼圆</vt:lpstr>
      <vt:lpstr>Frame</vt:lpstr>
      <vt:lpstr>Student Suds</vt:lpstr>
      <vt:lpstr>Description of Business Concept</vt:lpstr>
      <vt:lpstr>Customer Value Proposition</vt:lpstr>
      <vt:lpstr>  Vision Statement: To make college life easier by providing the most convenient, reliable, and affordable laundry service that saves students time and reduces stress. </vt:lpstr>
      <vt:lpstr>Statement of Core Values</vt:lpstr>
      <vt:lpstr>Financial and Strategic Objectives </vt:lpstr>
      <vt:lpstr>Corporate Social Responsibility Key Initiatives and Rationale</vt:lpstr>
      <vt:lpstr>New Service:  Dry Cleaning Laundry Service</vt:lpstr>
      <vt:lpstr>National Expansion Decision, Approach, and Rationale</vt:lpstr>
      <vt:lpstr>Canada Opportunities, Challenges, Overall Rationale</vt:lpstr>
      <vt:lpstr>Expansion and Entry Strategy &amp; Rationale</vt:lpstr>
      <vt:lpstr>Laundry Attendant Information </vt:lpstr>
      <vt:lpstr>Employee Motivation Initiatives</vt:lpstr>
      <vt:lpstr>Actions to Achieve Higher Levels of Engagement</vt:lpstr>
      <vt:lpstr>Effectiveness and Efficiency Charts</vt:lpstr>
      <vt:lpstr>Initiatives to Improve Processes</vt:lpstr>
      <vt:lpstr>Acquisition: Not An Option </vt:lpstr>
      <vt:lpstr>Student Suds Success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Chaitanya Rachakunta</cp:lastModifiedBy>
  <cp:revision>17</cp:revision>
  <dcterms:created xsi:type="dcterms:W3CDTF">2025-11-12T13:38:40Z</dcterms:created>
  <dcterms:modified xsi:type="dcterms:W3CDTF">2026-03-11T14:15:15Z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0x0101001867FBBEFD40724CA20725D6B3094130</vt:lpwstr>
  </property>
</Properties>
</file>